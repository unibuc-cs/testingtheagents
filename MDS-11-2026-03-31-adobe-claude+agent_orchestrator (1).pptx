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60" r:id="rId5"/>
    <p:sldId id="2147483572" r:id="rId6"/>
    <p:sldId id="2147483573" r:id="rId7"/>
    <p:sldId id="2147483574" r:id="rId8"/>
    <p:sldId id="2147483575" r:id="rId9"/>
    <p:sldId id="2147472802" r:id="rId10"/>
    <p:sldId id="2147483576" r:id="rId11"/>
    <p:sldId id="2147483577" r:id="rId12"/>
    <p:sldId id="2147483579" r:id="rId13"/>
    <p:sldId id="2147483578" r:id="rId14"/>
    <p:sldId id="2147483580" r:id="rId15"/>
    <p:sldId id="2147483581" r:id="rId16"/>
    <p:sldId id="2147483582" r:id="rId17"/>
    <p:sldId id="257" r:id="rId18"/>
    <p:sldId id="2147483471" r:id="rId19"/>
    <p:sldId id="2147483475" r:id="rId20"/>
    <p:sldId id="273" r:id="rId21"/>
    <p:sldId id="409" r:id="rId22"/>
    <p:sldId id="274" r:id="rId23"/>
    <p:sldId id="276" r:id="rId24"/>
    <p:sldId id="278" r:id="rId25"/>
    <p:sldId id="283" r:id="rId26"/>
    <p:sldId id="284" r:id="rId27"/>
    <p:sldId id="289" r:id="rId28"/>
    <p:sldId id="290" r:id="rId29"/>
    <p:sldId id="295" r:id="rId30"/>
    <p:sldId id="214747277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F3EB63-F5DF-69D1-2483-F6EB98255607}" name="Scott Benson" initials="SB" userId="S::sbenson@adobe.com::6f303af4-d7c5-44d2-a3ee-37dd900ea180" providerId="AD"/>
  <p188:author id="{5B678D75-604B-8512-6CEE-52F9F9A2F29B}" name="Julia Capeloto" initials="JC" userId="S::capeloto@adobe.com::95f4d369-df56-44d4-9eda-6675faac5294" providerId="AD"/>
  <p188:author id="{62FEEB9E-68E1-78F1-FA4D-5F43E3A99159}" name="Jason Franklin" initials="JF" userId="S::jafrankl@adobe.com::c87865dd-5e39-4fa6-b97b-9351161e8d13" providerId="AD"/>
  <p188:author id="{4FB0E6C2-01E0-902D-6EB3-355F2E61CDF0}" name="Wendy Grim" initials="WG" userId="S::wgrim@adobe.com::a6aac728-d695-48c0-b541-bdb4f8e8beac" providerId="AD"/>
  <p188:author id="{C7D0EEC7-1583-B5F0-D1CC-89CAF758F3AB}" name="Macie De Stefano" initials="" userId="S::mskipwit@adobe.com::b2abbf78-f550-46cd-8677-9f927805853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44007"/>
    <a:srgbClr val="604E00"/>
    <a:srgbClr val="044024"/>
    <a:srgbClr val="0F4F55"/>
    <a:srgbClr val="172762"/>
    <a:srgbClr val="41245B"/>
    <a:srgbClr val="642850"/>
    <a:srgbClr val="FF66CC"/>
    <a:srgbClr val="A55BE8"/>
    <a:srgbClr val="3A63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15"/>
    <p:restoredTop sz="94658"/>
  </p:normalViewPr>
  <p:slideViewPr>
    <p:cSldViewPr snapToGrid="0" showGuides="1">
      <p:cViewPr varScale="1">
        <p:scale>
          <a:sx n="118" d="100"/>
          <a:sy n="118" d="100"/>
        </p:scale>
        <p:origin x="184" y="240"/>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F1930-641F-47E7-A0EC-FF19713D6D7E}" type="datetimeFigureOut">
              <a:rPr lang="en-US" smtClean="0"/>
              <a:t>3/30/26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B79AF-D22A-4E5D-9392-72114F6AB7F4}" type="slidenum">
              <a:rPr lang="en-US" smtClean="0"/>
              <a:t>‹#›</a:t>
            </a:fld>
            <a:endParaRPr lang="en-US"/>
          </a:p>
        </p:txBody>
      </p:sp>
    </p:spTree>
    <p:extLst>
      <p:ext uri="{BB962C8B-B14F-4D97-AF65-F5344CB8AC3E}">
        <p14:creationId xmlns:p14="http://schemas.microsoft.com/office/powerpoint/2010/main" val="259131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2A42D-651F-413E-80C7-FC10C233B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A008-D73E-0C6D-FF14-40891BA4DB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FBB1E-D334-45FA-C631-5CBA2AB469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A37538-AC17-4B47-3088-7A0962A51F9D}"/>
              </a:ext>
            </a:extLst>
          </p:cNvPr>
          <p:cNvSpPr>
            <a:spLocks noGrp="1"/>
          </p:cNvSpPr>
          <p:nvPr>
            <p:ph type="sldNum" sz="quarter" idx="5"/>
          </p:nvPr>
        </p:nvSpPr>
        <p:spPr/>
        <p:txBody>
          <a:bodyPr/>
          <a:lstStyle/>
          <a:p>
            <a:fld id="{EFBB79AF-D22A-4E5D-9392-72114F6AB7F4}" type="slidenum">
              <a:rPr lang="en-US" smtClean="0"/>
              <a:t>18</a:t>
            </a:fld>
            <a:endParaRPr lang="en-US"/>
          </a:p>
        </p:txBody>
      </p:sp>
    </p:spTree>
    <p:extLst>
      <p:ext uri="{BB962C8B-B14F-4D97-AF65-F5344CB8AC3E}">
        <p14:creationId xmlns:p14="http://schemas.microsoft.com/office/powerpoint/2010/main" val="3788454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BB79AF-D22A-4E5D-9392-72114F6AB7F4}" type="slidenum">
              <a:rPr lang="en-US" smtClean="0"/>
              <a:t>23</a:t>
            </a:fld>
            <a:endParaRPr lang="en-US"/>
          </a:p>
        </p:txBody>
      </p:sp>
    </p:spTree>
    <p:extLst>
      <p:ext uri="{BB962C8B-B14F-4D97-AF65-F5344CB8AC3E}">
        <p14:creationId xmlns:p14="http://schemas.microsoft.com/office/powerpoint/2010/main" val="162771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8130F-2C52-43D0-5773-5C1B036A8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278AA-0A40-5AA1-2F23-7DF664A86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9ACD9-D785-7004-2ADA-BB85E83071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8F9DA5-C447-CF4C-5AC6-4E6A0570E05C}"/>
              </a:ext>
            </a:extLst>
          </p:cNvPr>
          <p:cNvSpPr>
            <a:spLocks noGrp="1"/>
          </p:cNvSpPr>
          <p:nvPr>
            <p:ph type="sldNum" sz="quarter" idx="5"/>
          </p:nvPr>
        </p:nvSpPr>
        <p:spPr/>
        <p:txBody>
          <a:bodyPr/>
          <a:lstStyle/>
          <a:p>
            <a:fld id="{EFBB79AF-D22A-4E5D-9392-72114F6AB7F4}" type="slidenum">
              <a:rPr lang="en-US" smtClean="0"/>
              <a:t>24</a:t>
            </a:fld>
            <a:endParaRPr lang="en-US"/>
          </a:p>
        </p:txBody>
      </p:sp>
    </p:spTree>
    <p:extLst>
      <p:ext uri="{BB962C8B-B14F-4D97-AF65-F5344CB8AC3E}">
        <p14:creationId xmlns:p14="http://schemas.microsoft.com/office/powerpoint/2010/main" val="2000722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BB79AF-D22A-4E5D-9392-72114F6AB7F4}" type="slidenum">
              <a:rPr lang="en-US" smtClean="0"/>
              <a:t>25</a:t>
            </a:fld>
            <a:endParaRPr lang="en-US"/>
          </a:p>
        </p:txBody>
      </p:sp>
    </p:spTree>
    <p:extLst>
      <p:ext uri="{BB962C8B-B14F-4D97-AF65-F5344CB8AC3E}">
        <p14:creationId xmlns:p14="http://schemas.microsoft.com/office/powerpoint/2010/main" val="1627716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B15BD-6B31-68FC-F113-400F10B85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B1439-8D9A-EC62-9E0B-073330EB6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07700-C66F-9E60-A6DB-EDFF57E121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230AC6-5A71-A35C-75A3-6A6F634AFB2D}"/>
              </a:ext>
            </a:extLst>
          </p:cNvPr>
          <p:cNvSpPr>
            <a:spLocks noGrp="1"/>
          </p:cNvSpPr>
          <p:nvPr>
            <p:ph type="sldNum" sz="quarter" idx="5"/>
          </p:nvPr>
        </p:nvSpPr>
        <p:spPr/>
        <p:txBody>
          <a:bodyPr/>
          <a:lstStyle/>
          <a:p>
            <a:fld id="{EFBB79AF-D22A-4E5D-9392-72114F6AB7F4}" type="slidenum">
              <a:rPr lang="en-US" smtClean="0"/>
              <a:t>26</a:t>
            </a:fld>
            <a:endParaRPr lang="en-US"/>
          </a:p>
        </p:txBody>
      </p:sp>
    </p:spTree>
    <p:extLst>
      <p:ext uri="{BB962C8B-B14F-4D97-AF65-F5344CB8AC3E}">
        <p14:creationId xmlns:p14="http://schemas.microsoft.com/office/powerpoint/2010/main" val="24662205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r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white letter o on a black background&#10;&#10;Description automatically generated">
            <a:extLst>
              <a:ext uri="{FF2B5EF4-FFF2-40B4-BE49-F238E27FC236}">
                <a16:creationId xmlns:a16="http://schemas.microsoft.com/office/drawing/2014/main" id="{E695AAB3-D968-696B-8D8D-3D752EF75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000" y="5997508"/>
            <a:ext cx="1316736" cy="318211"/>
          </a:xfrm>
          <a:prstGeom prst="rect">
            <a:avLst/>
          </a:prstGeom>
        </p:spPr>
      </p:pic>
    </p:spTree>
    <p:extLst>
      <p:ext uri="{BB962C8B-B14F-4D97-AF65-F5344CB8AC3E}">
        <p14:creationId xmlns:p14="http://schemas.microsoft.com/office/powerpoint/2010/main" val="23983464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1FEC818F-5FDE-7FC3-B076-F61506203A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124322511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D7C0ED63-3C6C-8868-F40A-8C33E74887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59274694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5400" spc="-120" baseline="0"/>
            </a:lvl1pPr>
          </a:lstStyle>
          <a:p>
            <a:r>
              <a:rPr lang="en-US" dirty="0"/>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9" y="3012926"/>
            <a:ext cx="5334002"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p>
            <a:endParaRPr lang="en-US"/>
          </a:p>
        </p:txBody>
      </p:sp>
      <p:pic>
        <p:nvPicPr>
          <p:cNvPr id="5" name="Picture 4" descr="A red and black number&#10;&#10;Description automatically generated">
            <a:extLst>
              <a:ext uri="{FF2B5EF4-FFF2-40B4-BE49-F238E27FC236}">
                <a16:creationId xmlns:a16="http://schemas.microsoft.com/office/drawing/2014/main" id="{ED10F1C0-9764-B3D2-72FA-D6F1835F56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28895423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120908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 Bottom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3/30/26</a:t>
            </a:fld>
            <a:endParaRPr lang="en-US"/>
          </a:p>
        </p:txBody>
      </p:sp>
    </p:spTree>
    <p:extLst>
      <p:ext uri="{BB962C8B-B14F-4D97-AF65-F5344CB8AC3E}">
        <p14:creationId xmlns:p14="http://schemas.microsoft.com/office/powerpoint/2010/main" val="88277790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Large Quot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1600200"/>
            <a:ext cx="10972800" cy="946389"/>
          </a:xfrm>
        </p:spPr>
        <p:txBody>
          <a:bodyPr lIns="0" rIns="0"/>
          <a:lstStyle/>
          <a:p>
            <a:r>
              <a:rPr lang="en-US"/>
              <a:t>Click to edit Master title style</a:t>
            </a:r>
          </a:p>
        </p:txBody>
      </p:sp>
      <p:sp>
        <p:nvSpPr>
          <p:cNvPr id="3" name="Text Placeholder 2">
            <a:extLst>
              <a:ext uri="{FF2B5EF4-FFF2-40B4-BE49-F238E27FC236}">
                <a16:creationId xmlns:a16="http://schemas.microsoft.com/office/drawing/2014/main" id="{071E6B17-ECCD-E40D-70FD-EB994B56943F}"/>
              </a:ext>
            </a:extLst>
          </p:cNvPr>
          <p:cNvSpPr>
            <a:spLocks noGrp="1"/>
          </p:cNvSpPr>
          <p:nvPr>
            <p:ph type="body" sz="quarter" idx="15"/>
          </p:nvPr>
        </p:nvSpPr>
        <p:spPr>
          <a:xfrm>
            <a:off x="609600" y="1333500"/>
            <a:ext cx="10972800" cy="4191000"/>
          </a:xfrm>
        </p:spPr>
        <p:txBody>
          <a:bodyPr anchor="ctr" anchorCtr="0"/>
          <a:lstStyle>
            <a:lvl1pPr marL="457200" indent="-457200">
              <a:lnSpc>
                <a:spcPct val="95000"/>
              </a:lnSpc>
              <a:spcBef>
                <a:spcPts val="2400"/>
              </a:spcBef>
              <a:buSzPct val="100000"/>
              <a:buFont typeface="System Font Regular"/>
              <a:buChar char="–"/>
              <a:tabLst/>
              <a:defRPr sz="5400" b="1" i="0" spc="-50" baseline="0">
                <a:latin typeface="Adobe Clean Display Black" panose="020B0303020404020204" pitchFamily="34" charset="77"/>
              </a:defRPr>
            </a:lvl1pPr>
            <a:lvl2pPr marL="914400" indent="-457200">
              <a:lnSpc>
                <a:spcPct val="95000"/>
              </a:lnSpc>
              <a:spcBef>
                <a:spcPts val="2400"/>
              </a:spcBef>
              <a:buSzPct val="100000"/>
              <a:buFont typeface="System Font Regular"/>
              <a:buChar char="–"/>
              <a:tabLst/>
              <a:defRPr sz="3200"/>
            </a:lvl2pPr>
            <a:lvl3pPr marL="914400" indent="-457200">
              <a:lnSpc>
                <a:spcPct val="95000"/>
              </a:lnSpc>
              <a:spcBef>
                <a:spcPts val="2400"/>
              </a:spcBef>
              <a:buSzPct val="100000"/>
              <a:buFont typeface="System Font Regular"/>
              <a:buChar char="–"/>
              <a:tabLst/>
              <a:defRPr sz="1600"/>
            </a:lvl3pPr>
            <a:lvl4pPr marL="914400" indent="-457200">
              <a:lnSpc>
                <a:spcPct val="95000"/>
              </a:lnSpc>
              <a:spcBef>
                <a:spcPts val="2400"/>
              </a:spcBef>
              <a:buSzPct val="100000"/>
              <a:buFont typeface="System Font Regular"/>
              <a:buChar char="–"/>
              <a:tabLst/>
              <a:defRPr sz="1600"/>
            </a:lvl4pPr>
            <a:lvl5pPr marL="914400" indent="-457200">
              <a:lnSpc>
                <a:spcPct val="95000"/>
              </a:lnSpc>
              <a:spcBef>
                <a:spcPts val="2400"/>
              </a:spcBef>
              <a:buSzPct val="100000"/>
              <a:buFont typeface="System Font Regular"/>
              <a:buChar char="–"/>
              <a:tabLs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3/30/26</a:t>
            </a:fld>
            <a:endParaRPr lang="en-US"/>
          </a:p>
        </p:txBody>
      </p:sp>
    </p:spTree>
    <p:extLst>
      <p:ext uri="{BB962C8B-B14F-4D97-AF65-F5344CB8AC3E}">
        <p14:creationId xmlns:p14="http://schemas.microsoft.com/office/powerpoint/2010/main" val="205672693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2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noAutofit/>
          </a:bodyPr>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lvl1pPr>
          </a:lstStyle>
          <a:p>
            <a:endParaRPr lang="en-US"/>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8705"/>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2026 Adobe. All Rights Reserved. Adobe Confidential.</a:t>
            </a:r>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noAutofit/>
          </a:bodyPr>
          <a:lstStyle/>
          <a:p>
            <a:pPr algn="r"/>
            <a:fld id="{DEC9D0C1-7FBA-40E3-98AB-77B8E8CCE3DF}" type="slidenum">
              <a:rPr lang="en-US" smtClean="0"/>
              <a:pPr algn="r"/>
              <a:t>‹#›</a:t>
            </a:fld>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03D17E50-0ADF-43FB-8C34-0001133F6E68}" type="datetime1">
              <a:rPr lang="en-US" smtClean="0"/>
              <a:t>3/30/26</a:t>
            </a:fld>
            <a:endParaRPr lang="en-US"/>
          </a:p>
        </p:txBody>
      </p:sp>
    </p:spTree>
    <p:extLst>
      <p:ext uri="{BB962C8B-B14F-4D97-AF65-F5344CB8AC3E}">
        <p14:creationId xmlns:p14="http://schemas.microsoft.com/office/powerpoint/2010/main" val="26990211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1/3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1" y="264085"/>
            <a:ext cx="67665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1" y="1334324"/>
            <a:ext cx="59436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191919"/>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6"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503997"/>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61FE3EA7-D92D-4A30-9EBB-F43D697D029C}" type="datetime1">
              <a:rPr lang="en-US" smtClean="0"/>
              <a:t>3/30/26</a:t>
            </a:fld>
            <a:endParaRPr lang="en-US"/>
          </a:p>
        </p:txBody>
      </p:sp>
    </p:spTree>
    <p:extLst>
      <p:ext uri="{BB962C8B-B14F-4D97-AF65-F5344CB8AC3E}">
        <p14:creationId xmlns:p14="http://schemas.microsoft.com/office/powerpoint/2010/main" val="173687491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40606062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301218064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288227599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9"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275"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901" y="1334324"/>
            <a:ext cx="1920240" cy="4992624"/>
          </a:xfrm>
        </p:spPr>
        <p:txBody>
          <a:bodyPr lIns="0" rIns="0"/>
          <a:lstStyle>
            <a:lvl1pPr marL="176213" indent="-17621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400527"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B3448685-45E7-5B8D-4E46-44FECC30A5E8}"/>
              </a:ext>
            </a:extLst>
          </p:cNvPr>
          <p:cNvSpPr>
            <a:spLocks noGrp="1"/>
          </p:cNvSpPr>
          <p:nvPr>
            <p:ph idx="16"/>
          </p:nvPr>
        </p:nvSpPr>
        <p:spPr>
          <a:xfrm>
            <a:off x="9663152"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2090174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Picture Placeholder 1">
            <a:extLst>
              <a:ext uri="{FF2B5EF4-FFF2-40B4-BE49-F238E27FC236}">
                <a16:creationId xmlns:a16="http://schemas.microsoft.com/office/drawing/2014/main" id="{56A753F3-8E21-F8FC-F311-A7291271BB52}"/>
              </a:ext>
            </a:extLst>
          </p:cNvPr>
          <p:cNvSpPr>
            <a:spLocks noGrp="1"/>
          </p:cNvSpPr>
          <p:nvPr>
            <p:ph type="pic" sz="quarter" idx="15"/>
          </p:nvPr>
        </p:nvSpPr>
        <p:spPr>
          <a:xfrm>
            <a:off x="609600" y="1335024"/>
            <a:ext cx="4937760" cy="2514600"/>
          </a:xfrm>
        </p:spPr>
        <p:txBody>
          <a:body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B7F64D60-75DD-D985-EFBC-9C173CDE2D69}"/>
              </a:ext>
            </a:extLst>
          </p:cNvPr>
          <p:cNvSpPr>
            <a:spLocks noGrp="1"/>
          </p:cNvSpPr>
          <p:nvPr>
            <p:ph type="pic" sz="quarter" idx="16"/>
          </p:nvPr>
        </p:nvSpPr>
        <p:spPr>
          <a:xfrm>
            <a:off x="6644640" y="1335024"/>
            <a:ext cx="493776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172843390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3255264"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4468368" y="1335024"/>
            <a:ext cx="3255264"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27136"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8327136" y="1335024"/>
            <a:ext cx="3255264"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380921598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5542328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v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14600"/>
          </a:xfrm>
        </p:spPr>
        <p:txBody>
          <a:bodyPr/>
          <a:lstStyle/>
          <a:p>
            <a:endParaRPr lang="en-US"/>
          </a:p>
        </p:txBody>
      </p:sp>
      <p:sp>
        <p:nvSpPr>
          <p:cNvPr id="15" name="Content Placeholder 5">
            <a:extLst>
              <a:ext uri="{FF2B5EF4-FFF2-40B4-BE49-F238E27FC236}">
                <a16:creationId xmlns:a16="http://schemas.microsoft.com/office/drawing/2014/main" id="{D12A0CEB-4B0D-60FD-031D-69EED3A4330E}"/>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5">
            <a:extLst>
              <a:ext uri="{FF2B5EF4-FFF2-40B4-BE49-F238E27FC236}">
                <a16:creationId xmlns:a16="http://schemas.microsoft.com/office/drawing/2014/main" id="{0B501880-A94F-9D7D-8CC4-B3716FA977DC}"/>
              </a:ext>
            </a:extLst>
          </p:cNvPr>
          <p:cNvSpPr>
            <a:spLocks noGrp="1"/>
          </p:cNvSpPr>
          <p:nvPr>
            <p:ph type="pic" sz="quarter" idx="20"/>
          </p:nvPr>
        </p:nvSpPr>
        <p:spPr>
          <a:xfrm>
            <a:off x="9753600" y="1335024"/>
            <a:ext cx="182880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Tree>
    <p:extLst>
      <p:ext uri="{BB962C8B-B14F-4D97-AF65-F5344CB8AC3E}">
        <p14:creationId xmlns:p14="http://schemas.microsoft.com/office/powerpoint/2010/main" val="237005164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p>
            <a:endParaRPr lang="en-US"/>
          </a:p>
        </p:txBody>
      </p:sp>
      <p:sp>
        <p:nvSpPr>
          <p:cNvPr id="7" name="Footer Placeholder 6">
            <a:extLst>
              <a:ext uri="{FF2B5EF4-FFF2-40B4-BE49-F238E27FC236}">
                <a16:creationId xmlns:a16="http://schemas.microsoft.com/office/drawing/2014/main" id="{B67FFA04-4266-EB76-C232-9C0E983840C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6A7A4A96-D9EB-6DDE-6A01-725F7AE4430C}"/>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7F191FE7-A8B5-682D-84C7-9F90280016FD}"/>
              </a:ext>
            </a:extLst>
          </p:cNvPr>
          <p:cNvSpPr>
            <a:spLocks noGrp="1"/>
          </p:cNvSpPr>
          <p:nvPr>
            <p:ph type="dt" sz="half" idx="14"/>
          </p:nvPr>
        </p:nvSpPr>
        <p:spPr/>
        <p:txBody>
          <a:bodyPr/>
          <a:lstStyle/>
          <a:p>
            <a:fld id="{9358BB68-9328-42B3-A0F9-3A3B083EF2BE}" type="datetime1">
              <a:rPr lang="en-US" smtClean="0"/>
              <a:t>3/30/26</a:t>
            </a:fld>
            <a:endParaRPr lang="en-US"/>
          </a:p>
        </p:txBody>
      </p:sp>
    </p:spTree>
    <p:extLst>
      <p:ext uri="{BB962C8B-B14F-4D97-AF65-F5344CB8AC3E}">
        <p14:creationId xmlns:p14="http://schemas.microsoft.com/office/powerpoint/2010/main" val="1796152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p>
            <a:endParaRPr lang="en-US"/>
          </a:p>
        </p:txBody>
      </p:sp>
      <p:sp>
        <p:nvSpPr>
          <p:cNvPr id="7" name="Footer Placeholder 6">
            <a:extLst>
              <a:ext uri="{FF2B5EF4-FFF2-40B4-BE49-F238E27FC236}">
                <a16:creationId xmlns:a16="http://schemas.microsoft.com/office/drawing/2014/main" id="{A121C368-1E72-48CA-929B-4401C8805A52}"/>
              </a:ext>
            </a:extLst>
          </p:cNvPr>
          <p:cNvSpPr>
            <a:spLocks noGrp="1"/>
          </p:cNvSpPr>
          <p:nvPr>
            <p:ph type="ftr" sz="quarter" idx="17"/>
          </p:nvPr>
        </p:nvSpPr>
        <p:spPr/>
        <p:txBody>
          <a:bodyPr/>
          <a:lstStyle/>
          <a:p>
            <a:endParaRPr lang="en-US"/>
          </a:p>
        </p:txBody>
      </p:sp>
      <p:sp>
        <p:nvSpPr>
          <p:cNvPr id="9" name="Slide Number Placeholder 8">
            <a:extLst>
              <a:ext uri="{FF2B5EF4-FFF2-40B4-BE49-F238E27FC236}">
                <a16:creationId xmlns:a16="http://schemas.microsoft.com/office/drawing/2014/main" id="{49AEAA01-FDF7-EF7A-F41F-F69EBE76E15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B2DB4C55-EF9A-527B-C38E-033B25315799}"/>
              </a:ext>
            </a:extLst>
          </p:cNvPr>
          <p:cNvSpPr>
            <a:spLocks noGrp="1"/>
          </p:cNvSpPr>
          <p:nvPr>
            <p:ph type="dt" sz="half" idx="16"/>
          </p:nvPr>
        </p:nvSpPr>
        <p:spPr/>
        <p:txBody>
          <a:bodyPr/>
          <a:lstStyle/>
          <a:p>
            <a:fld id="{064C30AB-BD82-4C8A-B585-5A50C442DF09}" type="datetime1">
              <a:rPr lang="en-US" smtClean="0"/>
              <a:t>3/30/26</a:t>
            </a:fld>
            <a:endParaRPr lang="en-US"/>
          </a:p>
        </p:txBody>
      </p:sp>
    </p:spTree>
    <p:extLst>
      <p:ext uri="{BB962C8B-B14F-4D97-AF65-F5344CB8AC3E}">
        <p14:creationId xmlns:p14="http://schemas.microsoft.com/office/powerpoint/2010/main" val="1872005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3/30/26</a:t>
            </a:fld>
            <a:endParaRPr lang="en-US"/>
          </a:p>
        </p:txBody>
      </p:sp>
    </p:spTree>
    <p:extLst>
      <p:ext uri="{BB962C8B-B14F-4D97-AF65-F5344CB8AC3E}">
        <p14:creationId xmlns:p14="http://schemas.microsoft.com/office/powerpoint/2010/main" val="3172503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v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p>
            <a:endParaRPr lang="en-US"/>
          </a:p>
        </p:txBody>
      </p:sp>
      <p:sp>
        <p:nvSpPr>
          <p:cNvPr id="14" name="Text Placeholder 5">
            <a:extLst>
              <a:ext uri="{FF2B5EF4-FFF2-40B4-BE49-F238E27FC236}">
                <a16:creationId xmlns:a16="http://schemas.microsoft.com/office/drawing/2014/main" id="{A816AF76-E218-238B-8714-A13AEDC0F554}"/>
              </a:ext>
            </a:extLst>
          </p:cNvPr>
          <p:cNvSpPr>
            <a:spLocks noGrp="1"/>
          </p:cNvSpPr>
          <p:nvPr>
            <p:ph type="body" sz="quarter" idx="21"/>
          </p:nvPr>
        </p:nvSpPr>
        <p:spPr>
          <a:xfrm>
            <a:off x="9753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5" name="Picture Placeholder 5">
            <a:extLst>
              <a:ext uri="{FF2B5EF4-FFF2-40B4-BE49-F238E27FC236}">
                <a16:creationId xmlns:a16="http://schemas.microsoft.com/office/drawing/2014/main" id="{153949DF-ED8E-0DEE-DBED-CB495FE60E49}"/>
              </a:ext>
            </a:extLst>
          </p:cNvPr>
          <p:cNvSpPr>
            <a:spLocks noGrp="1"/>
          </p:cNvSpPr>
          <p:nvPr>
            <p:ph type="pic" sz="quarter" idx="22"/>
          </p:nvPr>
        </p:nvSpPr>
        <p:spPr>
          <a:xfrm>
            <a:off x="9753600" y="2103120"/>
            <a:ext cx="182880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3/30/26</a:t>
            </a:fld>
            <a:endParaRPr lang="en-US"/>
          </a:p>
        </p:txBody>
      </p:sp>
    </p:spTree>
    <p:extLst>
      <p:ext uri="{BB962C8B-B14F-4D97-AF65-F5344CB8AC3E}">
        <p14:creationId xmlns:p14="http://schemas.microsoft.com/office/powerpoint/2010/main" val="14516352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d - 1x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3/30/26</a:t>
            </a:fld>
            <a:endParaRPr lang="en-US"/>
          </a:p>
        </p:txBody>
      </p:sp>
    </p:spTree>
    <p:extLst>
      <p:ext uri="{BB962C8B-B14F-4D97-AF65-F5344CB8AC3E}">
        <p14:creationId xmlns:p14="http://schemas.microsoft.com/office/powerpoint/2010/main" val="29577985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id -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p>
            <a:endParaRPr lang="en-US"/>
          </a:p>
        </p:txBody>
      </p:sp>
      <p:sp>
        <p:nvSpPr>
          <p:cNvPr id="6" name="Footer Placeholder 5">
            <a:extLst>
              <a:ext uri="{FF2B5EF4-FFF2-40B4-BE49-F238E27FC236}">
                <a16:creationId xmlns:a16="http://schemas.microsoft.com/office/drawing/2014/main" id="{50754D71-8CDC-675B-86A7-C34916398619}"/>
              </a:ext>
            </a:extLst>
          </p:cNvPr>
          <p:cNvSpPr>
            <a:spLocks noGrp="1"/>
          </p:cNvSpPr>
          <p:nvPr>
            <p:ph type="ftr" sz="quarter" idx="15"/>
          </p:nvPr>
        </p:nvSpPr>
        <p:spPr/>
        <p:txBody>
          <a:bodyPr/>
          <a:lstStyle/>
          <a:p>
            <a:endParaRPr lang="en-US"/>
          </a:p>
        </p:txBody>
      </p:sp>
      <p:sp>
        <p:nvSpPr>
          <p:cNvPr id="7" name="Slide Number Placeholder 6">
            <a:extLst>
              <a:ext uri="{FF2B5EF4-FFF2-40B4-BE49-F238E27FC236}">
                <a16:creationId xmlns:a16="http://schemas.microsoft.com/office/drawing/2014/main" id="{8B9CD24B-DB8B-D332-CD41-DCE59AE976B8}"/>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C03B885C-55AF-9895-D16F-0BE3094261A0}"/>
              </a:ext>
            </a:extLst>
          </p:cNvPr>
          <p:cNvSpPr>
            <a:spLocks noGrp="1"/>
          </p:cNvSpPr>
          <p:nvPr>
            <p:ph type="dt" sz="half" idx="14"/>
          </p:nvPr>
        </p:nvSpPr>
        <p:spPr/>
        <p:txBody>
          <a:bodyPr/>
          <a:lstStyle/>
          <a:p>
            <a:fld id="{FE62A065-523E-4F5D-A1E3-FF3942EE8A67}" type="datetime1">
              <a:rPr lang="en-US" smtClean="0"/>
              <a:t>3/30/26</a:t>
            </a:fld>
            <a:endParaRPr lang="en-US"/>
          </a:p>
        </p:txBody>
      </p:sp>
    </p:spTree>
    <p:extLst>
      <p:ext uri="{BB962C8B-B14F-4D97-AF65-F5344CB8AC3E}">
        <p14:creationId xmlns:p14="http://schemas.microsoft.com/office/powerpoint/2010/main" val="28836733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id -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p>
            <a:endParaRPr lang="en-US"/>
          </a:p>
        </p:txBody>
      </p:sp>
      <p:sp>
        <p:nvSpPr>
          <p:cNvPr id="20" name="Footer Placeholder 19">
            <a:extLst>
              <a:ext uri="{FF2B5EF4-FFF2-40B4-BE49-F238E27FC236}">
                <a16:creationId xmlns:a16="http://schemas.microsoft.com/office/drawing/2014/main" id="{42B1270B-1E15-714E-4AFB-2507475C5E96}"/>
              </a:ext>
            </a:extLst>
          </p:cNvPr>
          <p:cNvSpPr>
            <a:spLocks noGrp="1"/>
          </p:cNvSpPr>
          <p:nvPr>
            <p:ph type="ftr" sz="quarter" idx="17"/>
          </p:nvPr>
        </p:nvSpPr>
        <p:spPr/>
        <p:txBody>
          <a:bodyPr/>
          <a:lstStyle/>
          <a:p>
            <a:endParaRPr lang="en-US"/>
          </a:p>
        </p:txBody>
      </p:sp>
      <p:sp>
        <p:nvSpPr>
          <p:cNvPr id="21" name="Slide Number Placeholder 20">
            <a:extLst>
              <a:ext uri="{FF2B5EF4-FFF2-40B4-BE49-F238E27FC236}">
                <a16:creationId xmlns:a16="http://schemas.microsoft.com/office/drawing/2014/main" id="{204BD34C-DD78-3227-60AB-175D7A656D0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19" name="Date Placeholder 18">
            <a:extLst>
              <a:ext uri="{FF2B5EF4-FFF2-40B4-BE49-F238E27FC236}">
                <a16:creationId xmlns:a16="http://schemas.microsoft.com/office/drawing/2014/main" id="{2E65964F-CA9C-418E-97E4-57D80C7DB89C}"/>
              </a:ext>
            </a:extLst>
          </p:cNvPr>
          <p:cNvSpPr>
            <a:spLocks noGrp="1"/>
          </p:cNvSpPr>
          <p:nvPr>
            <p:ph type="dt" sz="half" idx="16"/>
          </p:nvPr>
        </p:nvSpPr>
        <p:spPr/>
        <p:txBody>
          <a:bodyPr/>
          <a:lstStyle/>
          <a:p>
            <a:fld id="{73D3BA94-A69C-4DF2-B5C9-A1C8B9BFC5A0}" type="datetime1">
              <a:rPr lang="en-US" smtClean="0"/>
              <a:t>3/30/26</a:t>
            </a:fld>
            <a:endParaRPr lang="en-US"/>
          </a:p>
        </p:txBody>
      </p:sp>
    </p:spTree>
    <p:extLst>
      <p:ext uri="{BB962C8B-B14F-4D97-AF65-F5344CB8AC3E}">
        <p14:creationId xmlns:p14="http://schemas.microsoft.com/office/powerpoint/2010/main" val="20616452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id - 8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6" name="Rectangle 5">
            <a:extLst>
              <a:ext uri="{FF2B5EF4-FFF2-40B4-BE49-F238E27FC236}">
                <a16:creationId xmlns:a16="http://schemas.microsoft.com/office/drawing/2014/main" id="{D8543630-6F53-6353-3B93-FFFD99FF0C79}"/>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7" name="Rectangle 6">
            <a:extLst>
              <a:ext uri="{FF2B5EF4-FFF2-40B4-BE49-F238E27FC236}">
                <a16:creationId xmlns:a16="http://schemas.microsoft.com/office/drawing/2014/main" id="{BC22D3AC-53D5-3076-3C9D-96307BC52BBD}"/>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9" name="Rectangle 8">
            <a:extLst>
              <a:ext uri="{FF2B5EF4-FFF2-40B4-BE49-F238E27FC236}">
                <a16:creationId xmlns:a16="http://schemas.microsoft.com/office/drawing/2014/main" id="{39F16C89-D2E6-5E44-2CA1-16056799EAD7}"/>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0" name="Rectangle 9">
            <a:extLst>
              <a:ext uri="{FF2B5EF4-FFF2-40B4-BE49-F238E27FC236}">
                <a16:creationId xmlns:a16="http://schemas.microsoft.com/office/drawing/2014/main" id="{6731FAF4-776F-A0E5-46E2-8CA95A136B6F}"/>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ectangle 10">
            <a:extLst>
              <a:ext uri="{FF2B5EF4-FFF2-40B4-BE49-F238E27FC236}">
                <a16:creationId xmlns:a16="http://schemas.microsoft.com/office/drawing/2014/main" id="{BA68878A-7B70-9407-FE72-405B0D281BF8}"/>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2" name="Rectangle 11">
            <a:extLst>
              <a:ext uri="{FF2B5EF4-FFF2-40B4-BE49-F238E27FC236}">
                <a16:creationId xmlns:a16="http://schemas.microsoft.com/office/drawing/2014/main" id="{CBE15169-7B14-3DC3-BD30-4687C6CEB050}"/>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3" name="Rectangle 12">
            <a:extLst>
              <a:ext uri="{FF2B5EF4-FFF2-40B4-BE49-F238E27FC236}">
                <a16:creationId xmlns:a16="http://schemas.microsoft.com/office/drawing/2014/main" id="{F85D3CEB-CBC3-33AA-56E4-7243FBB670B8}"/>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336287BA-DFA2-9B21-DE8B-3FC50B70F90B}"/>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A562644A-5A85-01BD-2B03-DA2396CAD064}"/>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DCF6B678-B22E-6D11-FAB3-BADDBC694158}"/>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F392A191-3E55-9BC4-EA76-F40BD4176E67}"/>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5C0F35C9-4070-9A2F-9698-B91A7341451D}"/>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E45D6898-91DB-B3AC-F1DA-65D48A4A8502}"/>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C8BAAB28-5748-F9AC-89F5-EB1C9348877F}"/>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FEA1D538-3EC1-8418-DDF3-D4704AE0706B}"/>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C5028C3C-E97E-B0C9-C4F0-1C06EF313AC9}"/>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A1A14B7B-0BBE-1B5D-432D-40A389F3FCCF}"/>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7C71FF21-A0D3-1C1A-B6F0-B38542FC16F3}"/>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78E463DD-7CD5-9FB1-37AF-6EA3B554A5F6}"/>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9EC06218-BEF3-CB50-8EF6-EB54C5FCD4A5}"/>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6D8E872-5127-7868-3A05-721AF6BA473C}"/>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34707814-364C-ED34-E661-0B900D61D461}"/>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DE9A0626-4DF1-C03E-4100-AA6C8661D9FE}"/>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064521DB-B096-8091-3A9C-9A982F43D88A}"/>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CC76CD2B-19F5-416D-DEDB-846A990C8639}"/>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877B7B08-16E6-D7D7-4798-5C0F7C0419FA}"/>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E240E6E-B8E3-4433-FA1E-59F51736F9D6}"/>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CB4AA11C-3F23-0B4E-141A-199111885EA7}"/>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0B3AD8E4-435B-97B8-914E-D25CC5456285}"/>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7F0FE684-33AB-F095-B7EA-72178F993F53}"/>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30489701-AA7F-0E3A-8312-681D092709AF}"/>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F2CFC289-BF79-2F3D-5FDF-6B40CC38857C}"/>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ow 1 Picture Placeholder 1">
            <a:extLst>
              <a:ext uri="{FF2B5EF4-FFF2-40B4-BE49-F238E27FC236}">
                <a16:creationId xmlns:a16="http://schemas.microsoft.com/office/drawing/2014/main" id="{85227A43-5C4D-89D4-E160-A1290BB35C99}"/>
              </a:ext>
            </a:extLst>
          </p:cNvPr>
          <p:cNvSpPr>
            <a:spLocks noGrp="1"/>
          </p:cNvSpPr>
          <p:nvPr>
            <p:ph type="pic" sz="quarter" idx="15"/>
          </p:nvPr>
        </p:nvSpPr>
        <p:spPr>
          <a:xfrm>
            <a:off x="652604" y="1374235"/>
            <a:ext cx="1182832" cy="1088105"/>
          </a:xfrm>
        </p:spPr>
        <p:txBody>
          <a:bodyPr/>
          <a:lstStyle/>
          <a:p>
            <a:endParaRPr lang="en-US"/>
          </a:p>
        </p:txBody>
      </p:sp>
      <p:sp>
        <p:nvSpPr>
          <p:cNvPr id="40" name="row 1 Picture Placeholder 2">
            <a:extLst>
              <a:ext uri="{FF2B5EF4-FFF2-40B4-BE49-F238E27FC236}">
                <a16:creationId xmlns:a16="http://schemas.microsoft.com/office/drawing/2014/main" id="{9566F144-B3C8-7936-839D-AC16AF52DC4E}"/>
              </a:ext>
            </a:extLst>
          </p:cNvPr>
          <p:cNvSpPr>
            <a:spLocks noGrp="1"/>
          </p:cNvSpPr>
          <p:nvPr>
            <p:ph type="pic" sz="quarter" idx="16"/>
          </p:nvPr>
        </p:nvSpPr>
        <p:spPr>
          <a:xfrm>
            <a:off x="2034595" y="1374235"/>
            <a:ext cx="1182832" cy="1088105"/>
          </a:xfrm>
        </p:spPr>
        <p:txBody>
          <a:bodyPr/>
          <a:lstStyle/>
          <a:p>
            <a:endParaRPr lang="en-US"/>
          </a:p>
        </p:txBody>
      </p:sp>
      <p:sp>
        <p:nvSpPr>
          <p:cNvPr id="41" name="row 1 Picture Placeholder 3">
            <a:extLst>
              <a:ext uri="{FF2B5EF4-FFF2-40B4-BE49-F238E27FC236}">
                <a16:creationId xmlns:a16="http://schemas.microsoft.com/office/drawing/2014/main" id="{38732D4D-83B3-1F93-6FCC-5298384D9F25}"/>
              </a:ext>
            </a:extLst>
          </p:cNvPr>
          <p:cNvSpPr>
            <a:spLocks noGrp="1"/>
          </p:cNvSpPr>
          <p:nvPr>
            <p:ph type="pic" sz="quarter" idx="17"/>
          </p:nvPr>
        </p:nvSpPr>
        <p:spPr>
          <a:xfrm>
            <a:off x="3421781" y="1374235"/>
            <a:ext cx="1182832" cy="1088105"/>
          </a:xfrm>
        </p:spPr>
        <p:txBody>
          <a:bodyPr/>
          <a:lstStyle/>
          <a:p>
            <a:endParaRPr lang="en-US"/>
          </a:p>
        </p:txBody>
      </p:sp>
      <p:sp>
        <p:nvSpPr>
          <p:cNvPr id="42" name="row 1 Picture Placeholder 4">
            <a:extLst>
              <a:ext uri="{FF2B5EF4-FFF2-40B4-BE49-F238E27FC236}">
                <a16:creationId xmlns:a16="http://schemas.microsoft.com/office/drawing/2014/main" id="{9730AE84-83EF-0982-5104-F629973C19B6}"/>
              </a:ext>
            </a:extLst>
          </p:cNvPr>
          <p:cNvSpPr>
            <a:spLocks noGrp="1"/>
          </p:cNvSpPr>
          <p:nvPr>
            <p:ph type="pic" sz="quarter" idx="18"/>
          </p:nvPr>
        </p:nvSpPr>
        <p:spPr>
          <a:xfrm>
            <a:off x="4814163" y="1374235"/>
            <a:ext cx="1182832" cy="1088105"/>
          </a:xfrm>
        </p:spPr>
        <p:txBody>
          <a:bodyPr/>
          <a:lstStyle/>
          <a:p>
            <a:endParaRPr lang="en-US"/>
          </a:p>
        </p:txBody>
      </p:sp>
      <p:sp>
        <p:nvSpPr>
          <p:cNvPr id="43" name="row 1 Picture Placeholder 5">
            <a:extLst>
              <a:ext uri="{FF2B5EF4-FFF2-40B4-BE49-F238E27FC236}">
                <a16:creationId xmlns:a16="http://schemas.microsoft.com/office/drawing/2014/main" id="{EEFEB949-3A10-F7A6-9FBE-5FCB94B66A1A}"/>
              </a:ext>
            </a:extLst>
          </p:cNvPr>
          <p:cNvSpPr>
            <a:spLocks noGrp="1"/>
          </p:cNvSpPr>
          <p:nvPr>
            <p:ph type="pic" sz="quarter" idx="19"/>
          </p:nvPr>
        </p:nvSpPr>
        <p:spPr>
          <a:xfrm>
            <a:off x="6196154" y="1374235"/>
            <a:ext cx="1182832" cy="1088105"/>
          </a:xfrm>
        </p:spPr>
        <p:txBody>
          <a:bodyPr/>
          <a:lstStyle/>
          <a:p>
            <a:endParaRPr lang="en-US"/>
          </a:p>
        </p:txBody>
      </p:sp>
      <p:sp>
        <p:nvSpPr>
          <p:cNvPr id="44" name="row 1 Picture Placeholder 6">
            <a:extLst>
              <a:ext uri="{FF2B5EF4-FFF2-40B4-BE49-F238E27FC236}">
                <a16:creationId xmlns:a16="http://schemas.microsoft.com/office/drawing/2014/main" id="{2CE4B71B-7112-B353-61F2-EBAE24BE1F3C}"/>
              </a:ext>
            </a:extLst>
          </p:cNvPr>
          <p:cNvSpPr>
            <a:spLocks noGrp="1"/>
          </p:cNvSpPr>
          <p:nvPr>
            <p:ph type="pic" sz="quarter" idx="20"/>
          </p:nvPr>
        </p:nvSpPr>
        <p:spPr>
          <a:xfrm>
            <a:off x="7583340" y="1374235"/>
            <a:ext cx="1182832" cy="1088105"/>
          </a:xfrm>
        </p:spPr>
        <p:txBody>
          <a:bodyPr/>
          <a:lstStyle/>
          <a:p>
            <a:endParaRPr lang="en-US"/>
          </a:p>
        </p:txBody>
      </p:sp>
      <p:sp>
        <p:nvSpPr>
          <p:cNvPr id="45" name="row 1 Picture Placeholder 7">
            <a:extLst>
              <a:ext uri="{FF2B5EF4-FFF2-40B4-BE49-F238E27FC236}">
                <a16:creationId xmlns:a16="http://schemas.microsoft.com/office/drawing/2014/main" id="{4C5A0B2F-5A91-9643-DAA7-BE0BB2A8A1E6}"/>
              </a:ext>
            </a:extLst>
          </p:cNvPr>
          <p:cNvSpPr>
            <a:spLocks noGrp="1"/>
          </p:cNvSpPr>
          <p:nvPr>
            <p:ph type="pic" sz="quarter" idx="24"/>
          </p:nvPr>
        </p:nvSpPr>
        <p:spPr>
          <a:xfrm>
            <a:off x="8970527" y="1374235"/>
            <a:ext cx="1182832" cy="1088105"/>
          </a:xfrm>
        </p:spPr>
        <p:txBody>
          <a:bodyPr/>
          <a:lstStyle/>
          <a:p>
            <a:endParaRPr lang="en-US"/>
          </a:p>
        </p:txBody>
      </p:sp>
      <p:sp>
        <p:nvSpPr>
          <p:cNvPr id="46" name="row 1 Picture Placeholder 8">
            <a:extLst>
              <a:ext uri="{FF2B5EF4-FFF2-40B4-BE49-F238E27FC236}">
                <a16:creationId xmlns:a16="http://schemas.microsoft.com/office/drawing/2014/main" id="{67D3AFDE-20B1-971A-47DD-2857ACC39B57}"/>
              </a:ext>
            </a:extLst>
          </p:cNvPr>
          <p:cNvSpPr>
            <a:spLocks noGrp="1"/>
          </p:cNvSpPr>
          <p:nvPr>
            <p:ph type="pic" sz="quarter" idx="25"/>
          </p:nvPr>
        </p:nvSpPr>
        <p:spPr>
          <a:xfrm>
            <a:off x="10357713" y="1374235"/>
            <a:ext cx="1182832" cy="1088105"/>
          </a:xfrm>
        </p:spPr>
        <p:txBody>
          <a:bodyPr/>
          <a:lstStyle/>
          <a:p>
            <a:endParaRPr lang="en-US"/>
          </a:p>
        </p:txBody>
      </p:sp>
      <p:sp>
        <p:nvSpPr>
          <p:cNvPr id="47" name="row 2 Picture Placeholder 1">
            <a:extLst>
              <a:ext uri="{FF2B5EF4-FFF2-40B4-BE49-F238E27FC236}">
                <a16:creationId xmlns:a16="http://schemas.microsoft.com/office/drawing/2014/main" id="{31380899-193D-8D5B-FA8D-2BE00660771E}"/>
              </a:ext>
            </a:extLst>
          </p:cNvPr>
          <p:cNvSpPr>
            <a:spLocks noGrp="1"/>
          </p:cNvSpPr>
          <p:nvPr>
            <p:ph type="pic" sz="quarter" idx="26"/>
          </p:nvPr>
        </p:nvSpPr>
        <p:spPr>
          <a:xfrm>
            <a:off x="652604" y="2645822"/>
            <a:ext cx="1182832" cy="1088105"/>
          </a:xfrm>
        </p:spPr>
        <p:txBody>
          <a:bodyPr/>
          <a:lstStyle/>
          <a:p>
            <a:endParaRPr lang="en-US"/>
          </a:p>
        </p:txBody>
      </p:sp>
      <p:sp>
        <p:nvSpPr>
          <p:cNvPr id="48" name="row 2 Picture Placeholder 2">
            <a:extLst>
              <a:ext uri="{FF2B5EF4-FFF2-40B4-BE49-F238E27FC236}">
                <a16:creationId xmlns:a16="http://schemas.microsoft.com/office/drawing/2014/main" id="{7B8CC7C2-EB24-E4BC-3521-F28289F34790}"/>
              </a:ext>
            </a:extLst>
          </p:cNvPr>
          <p:cNvSpPr>
            <a:spLocks noGrp="1"/>
          </p:cNvSpPr>
          <p:nvPr>
            <p:ph type="pic" sz="quarter" idx="27"/>
          </p:nvPr>
        </p:nvSpPr>
        <p:spPr>
          <a:xfrm>
            <a:off x="2034595" y="2645822"/>
            <a:ext cx="1182832" cy="1088105"/>
          </a:xfrm>
        </p:spPr>
        <p:txBody>
          <a:bodyPr/>
          <a:lstStyle/>
          <a:p>
            <a:endParaRPr lang="en-US"/>
          </a:p>
        </p:txBody>
      </p:sp>
      <p:sp>
        <p:nvSpPr>
          <p:cNvPr id="49" name="row 2 Picture Placeholder 3">
            <a:extLst>
              <a:ext uri="{FF2B5EF4-FFF2-40B4-BE49-F238E27FC236}">
                <a16:creationId xmlns:a16="http://schemas.microsoft.com/office/drawing/2014/main" id="{EFD6C08E-A520-2F29-E386-E6C25BFE1DC9}"/>
              </a:ext>
            </a:extLst>
          </p:cNvPr>
          <p:cNvSpPr>
            <a:spLocks noGrp="1"/>
          </p:cNvSpPr>
          <p:nvPr>
            <p:ph type="pic" sz="quarter" idx="28"/>
          </p:nvPr>
        </p:nvSpPr>
        <p:spPr>
          <a:xfrm>
            <a:off x="3421781" y="2645822"/>
            <a:ext cx="1182832" cy="1088105"/>
          </a:xfrm>
        </p:spPr>
        <p:txBody>
          <a:bodyPr/>
          <a:lstStyle/>
          <a:p>
            <a:endParaRPr lang="en-US"/>
          </a:p>
        </p:txBody>
      </p:sp>
      <p:sp>
        <p:nvSpPr>
          <p:cNvPr id="50" name="row 2 Picture Placeholder 4">
            <a:extLst>
              <a:ext uri="{FF2B5EF4-FFF2-40B4-BE49-F238E27FC236}">
                <a16:creationId xmlns:a16="http://schemas.microsoft.com/office/drawing/2014/main" id="{9E409B64-BE44-35A7-5522-CD1CA05D7F22}"/>
              </a:ext>
            </a:extLst>
          </p:cNvPr>
          <p:cNvSpPr>
            <a:spLocks noGrp="1"/>
          </p:cNvSpPr>
          <p:nvPr>
            <p:ph type="pic" sz="quarter" idx="29"/>
          </p:nvPr>
        </p:nvSpPr>
        <p:spPr>
          <a:xfrm>
            <a:off x="4814163" y="2645822"/>
            <a:ext cx="1182832" cy="1088105"/>
          </a:xfrm>
        </p:spPr>
        <p:txBody>
          <a:bodyPr/>
          <a:lstStyle/>
          <a:p>
            <a:endParaRPr lang="en-US"/>
          </a:p>
        </p:txBody>
      </p:sp>
      <p:sp>
        <p:nvSpPr>
          <p:cNvPr id="51" name="row 2 Picture Placeholder 5">
            <a:extLst>
              <a:ext uri="{FF2B5EF4-FFF2-40B4-BE49-F238E27FC236}">
                <a16:creationId xmlns:a16="http://schemas.microsoft.com/office/drawing/2014/main" id="{AD31BCC3-7CA0-F8E3-12BB-D29C067DB87A}"/>
              </a:ext>
            </a:extLst>
          </p:cNvPr>
          <p:cNvSpPr>
            <a:spLocks noGrp="1"/>
          </p:cNvSpPr>
          <p:nvPr>
            <p:ph type="pic" sz="quarter" idx="30"/>
          </p:nvPr>
        </p:nvSpPr>
        <p:spPr>
          <a:xfrm>
            <a:off x="6196154" y="2645822"/>
            <a:ext cx="1182832" cy="1088105"/>
          </a:xfrm>
        </p:spPr>
        <p:txBody>
          <a:bodyPr/>
          <a:lstStyle/>
          <a:p>
            <a:endParaRPr lang="en-US"/>
          </a:p>
        </p:txBody>
      </p:sp>
      <p:sp>
        <p:nvSpPr>
          <p:cNvPr id="52" name="row 2 Picture Placeholder 6">
            <a:extLst>
              <a:ext uri="{FF2B5EF4-FFF2-40B4-BE49-F238E27FC236}">
                <a16:creationId xmlns:a16="http://schemas.microsoft.com/office/drawing/2014/main" id="{04774E24-BE0E-4649-FF50-F6B3FEF0D6E6}"/>
              </a:ext>
            </a:extLst>
          </p:cNvPr>
          <p:cNvSpPr>
            <a:spLocks noGrp="1"/>
          </p:cNvSpPr>
          <p:nvPr>
            <p:ph type="pic" sz="quarter" idx="31"/>
          </p:nvPr>
        </p:nvSpPr>
        <p:spPr>
          <a:xfrm>
            <a:off x="7583340" y="2645822"/>
            <a:ext cx="1182832" cy="1088105"/>
          </a:xfrm>
        </p:spPr>
        <p:txBody>
          <a:bodyPr/>
          <a:lstStyle/>
          <a:p>
            <a:endParaRPr lang="en-US"/>
          </a:p>
        </p:txBody>
      </p:sp>
      <p:sp>
        <p:nvSpPr>
          <p:cNvPr id="53" name="row 2 Picture Placeholder 7">
            <a:extLst>
              <a:ext uri="{FF2B5EF4-FFF2-40B4-BE49-F238E27FC236}">
                <a16:creationId xmlns:a16="http://schemas.microsoft.com/office/drawing/2014/main" id="{45A8A087-E4BE-14C2-8362-83F49B8CAC12}"/>
              </a:ext>
            </a:extLst>
          </p:cNvPr>
          <p:cNvSpPr>
            <a:spLocks noGrp="1"/>
          </p:cNvSpPr>
          <p:nvPr>
            <p:ph type="pic" sz="quarter" idx="32"/>
          </p:nvPr>
        </p:nvSpPr>
        <p:spPr>
          <a:xfrm>
            <a:off x="8970527" y="2645822"/>
            <a:ext cx="1182832" cy="1088105"/>
          </a:xfrm>
        </p:spPr>
        <p:txBody>
          <a:bodyPr/>
          <a:lstStyle/>
          <a:p>
            <a:endParaRPr lang="en-US"/>
          </a:p>
        </p:txBody>
      </p:sp>
      <p:sp>
        <p:nvSpPr>
          <p:cNvPr id="54" name="row 2 Picture Placeholder 8">
            <a:extLst>
              <a:ext uri="{FF2B5EF4-FFF2-40B4-BE49-F238E27FC236}">
                <a16:creationId xmlns:a16="http://schemas.microsoft.com/office/drawing/2014/main" id="{A6980176-7120-F9D6-7B2A-01D8BD184D94}"/>
              </a:ext>
            </a:extLst>
          </p:cNvPr>
          <p:cNvSpPr>
            <a:spLocks noGrp="1"/>
          </p:cNvSpPr>
          <p:nvPr>
            <p:ph type="pic" sz="quarter" idx="33"/>
          </p:nvPr>
        </p:nvSpPr>
        <p:spPr>
          <a:xfrm>
            <a:off x="10357713" y="2645822"/>
            <a:ext cx="1182832" cy="1088105"/>
          </a:xfrm>
        </p:spPr>
        <p:txBody>
          <a:bodyPr/>
          <a:lstStyle/>
          <a:p>
            <a:endParaRPr lang="en-US"/>
          </a:p>
        </p:txBody>
      </p:sp>
      <p:sp>
        <p:nvSpPr>
          <p:cNvPr id="55" name="row 3 Picture Placeholder 1">
            <a:extLst>
              <a:ext uri="{FF2B5EF4-FFF2-40B4-BE49-F238E27FC236}">
                <a16:creationId xmlns:a16="http://schemas.microsoft.com/office/drawing/2014/main" id="{01052543-B91F-CF1D-C997-F32276004729}"/>
              </a:ext>
            </a:extLst>
          </p:cNvPr>
          <p:cNvSpPr>
            <a:spLocks noGrp="1"/>
          </p:cNvSpPr>
          <p:nvPr>
            <p:ph type="pic" sz="quarter" idx="34"/>
          </p:nvPr>
        </p:nvSpPr>
        <p:spPr>
          <a:xfrm>
            <a:off x="652604" y="3924554"/>
            <a:ext cx="1182832" cy="1088105"/>
          </a:xfrm>
        </p:spPr>
        <p:txBody>
          <a:bodyPr/>
          <a:lstStyle/>
          <a:p>
            <a:endParaRPr lang="en-US"/>
          </a:p>
        </p:txBody>
      </p:sp>
      <p:sp>
        <p:nvSpPr>
          <p:cNvPr id="56" name="row 3 Picture Placeholder 2">
            <a:extLst>
              <a:ext uri="{FF2B5EF4-FFF2-40B4-BE49-F238E27FC236}">
                <a16:creationId xmlns:a16="http://schemas.microsoft.com/office/drawing/2014/main" id="{70569A68-72F9-E2FE-E32D-819866ED0C35}"/>
              </a:ext>
            </a:extLst>
          </p:cNvPr>
          <p:cNvSpPr>
            <a:spLocks noGrp="1"/>
          </p:cNvSpPr>
          <p:nvPr>
            <p:ph type="pic" sz="quarter" idx="35"/>
          </p:nvPr>
        </p:nvSpPr>
        <p:spPr>
          <a:xfrm>
            <a:off x="2034595" y="3924554"/>
            <a:ext cx="1182832" cy="1088105"/>
          </a:xfrm>
        </p:spPr>
        <p:txBody>
          <a:bodyPr/>
          <a:lstStyle/>
          <a:p>
            <a:endParaRPr lang="en-US"/>
          </a:p>
        </p:txBody>
      </p:sp>
      <p:sp>
        <p:nvSpPr>
          <p:cNvPr id="57" name="row 3 Picture Placeholder 3">
            <a:extLst>
              <a:ext uri="{FF2B5EF4-FFF2-40B4-BE49-F238E27FC236}">
                <a16:creationId xmlns:a16="http://schemas.microsoft.com/office/drawing/2014/main" id="{D2BD4873-307A-6A42-64CF-510EDD057A88}"/>
              </a:ext>
            </a:extLst>
          </p:cNvPr>
          <p:cNvSpPr>
            <a:spLocks noGrp="1"/>
          </p:cNvSpPr>
          <p:nvPr>
            <p:ph type="pic" sz="quarter" idx="36"/>
          </p:nvPr>
        </p:nvSpPr>
        <p:spPr>
          <a:xfrm>
            <a:off x="3421781" y="3924554"/>
            <a:ext cx="1182832" cy="1088105"/>
          </a:xfrm>
        </p:spPr>
        <p:txBody>
          <a:bodyPr/>
          <a:lstStyle/>
          <a:p>
            <a:endParaRPr lang="en-US"/>
          </a:p>
        </p:txBody>
      </p:sp>
      <p:sp>
        <p:nvSpPr>
          <p:cNvPr id="58" name="row 3 Picture Placeholder 4">
            <a:extLst>
              <a:ext uri="{FF2B5EF4-FFF2-40B4-BE49-F238E27FC236}">
                <a16:creationId xmlns:a16="http://schemas.microsoft.com/office/drawing/2014/main" id="{654B3D41-F5AE-BC4D-CA7C-AE67AEE80F38}"/>
              </a:ext>
            </a:extLst>
          </p:cNvPr>
          <p:cNvSpPr>
            <a:spLocks noGrp="1"/>
          </p:cNvSpPr>
          <p:nvPr>
            <p:ph type="pic" sz="quarter" idx="37"/>
          </p:nvPr>
        </p:nvSpPr>
        <p:spPr>
          <a:xfrm>
            <a:off x="4814163" y="3924554"/>
            <a:ext cx="1182832" cy="1088105"/>
          </a:xfrm>
        </p:spPr>
        <p:txBody>
          <a:bodyPr/>
          <a:lstStyle/>
          <a:p>
            <a:endParaRPr lang="en-US"/>
          </a:p>
        </p:txBody>
      </p:sp>
      <p:sp>
        <p:nvSpPr>
          <p:cNvPr id="59" name="row 3 Picture Placeholder 5">
            <a:extLst>
              <a:ext uri="{FF2B5EF4-FFF2-40B4-BE49-F238E27FC236}">
                <a16:creationId xmlns:a16="http://schemas.microsoft.com/office/drawing/2014/main" id="{2049E2F9-304E-BEA6-C347-8BE731201E10}"/>
              </a:ext>
            </a:extLst>
          </p:cNvPr>
          <p:cNvSpPr>
            <a:spLocks noGrp="1"/>
          </p:cNvSpPr>
          <p:nvPr>
            <p:ph type="pic" sz="quarter" idx="38"/>
          </p:nvPr>
        </p:nvSpPr>
        <p:spPr>
          <a:xfrm>
            <a:off x="6196154" y="3924554"/>
            <a:ext cx="1182832" cy="1088105"/>
          </a:xfrm>
        </p:spPr>
        <p:txBody>
          <a:bodyPr/>
          <a:lstStyle/>
          <a:p>
            <a:endParaRPr lang="en-US"/>
          </a:p>
        </p:txBody>
      </p:sp>
      <p:sp>
        <p:nvSpPr>
          <p:cNvPr id="60" name="row 3 Picture Placeholder 6">
            <a:extLst>
              <a:ext uri="{FF2B5EF4-FFF2-40B4-BE49-F238E27FC236}">
                <a16:creationId xmlns:a16="http://schemas.microsoft.com/office/drawing/2014/main" id="{DA987F5A-D0BE-C880-0AB8-1EED29A441A8}"/>
              </a:ext>
            </a:extLst>
          </p:cNvPr>
          <p:cNvSpPr>
            <a:spLocks noGrp="1"/>
          </p:cNvSpPr>
          <p:nvPr>
            <p:ph type="pic" sz="quarter" idx="39"/>
          </p:nvPr>
        </p:nvSpPr>
        <p:spPr>
          <a:xfrm>
            <a:off x="7583340" y="3924554"/>
            <a:ext cx="1182832" cy="1088105"/>
          </a:xfrm>
        </p:spPr>
        <p:txBody>
          <a:bodyPr/>
          <a:lstStyle/>
          <a:p>
            <a:endParaRPr lang="en-US"/>
          </a:p>
        </p:txBody>
      </p:sp>
      <p:sp>
        <p:nvSpPr>
          <p:cNvPr id="61" name="row 3 Picture Placeholder 7">
            <a:extLst>
              <a:ext uri="{FF2B5EF4-FFF2-40B4-BE49-F238E27FC236}">
                <a16:creationId xmlns:a16="http://schemas.microsoft.com/office/drawing/2014/main" id="{9B4A1B9D-0A3A-2F81-8CED-F338B7A6E38C}"/>
              </a:ext>
            </a:extLst>
          </p:cNvPr>
          <p:cNvSpPr>
            <a:spLocks noGrp="1"/>
          </p:cNvSpPr>
          <p:nvPr>
            <p:ph type="pic" sz="quarter" idx="40"/>
          </p:nvPr>
        </p:nvSpPr>
        <p:spPr>
          <a:xfrm>
            <a:off x="8970527" y="3924554"/>
            <a:ext cx="1182832" cy="1088105"/>
          </a:xfrm>
        </p:spPr>
        <p:txBody>
          <a:bodyPr/>
          <a:lstStyle/>
          <a:p>
            <a:endParaRPr lang="en-US"/>
          </a:p>
        </p:txBody>
      </p:sp>
      <p:sp>
        <p:nvSpPr>
          <p:cNvPr id="62" name="row 3 Picture Placeholder 8">
            <a:extLst>
              <a:ext uri="{FF2B5EF4-FFF2-40B4-BE49-F238E27FC236}">
                <a16:creationId xmlns:a16="http://schemas.microsoft.com/office/drawing/2014/main" id="{6DF27D75-B058-220A-4405-64C938FF8FEA}"/>
              </a:ext>
            </a:extLst>
          </p:cNvPr>
          <p:cNvSpPr>
            <a:spLocks noGrp="1"/>
          </p:cNvSpPr>
          <p:nvPr>
            <p:ph type="pic" sz="quarter" idx="41"/>
          </p:nvPr>
        </p:nvSpPr>
        <p:spPr>
          <a:xfrm>
            <a:off x="10357713" y="3924554"/>
            <a:ext cx="1182832" cy="1088105"/>
          </a:xfrm>
        </p:spPr>
        <p:txBody>
          <a:bodyPr/>
          <a:lstStyle/>
          <a:p>
            <a:endParaRPr lang="en-US"/>
          </a:p>
        </p:txBody>
      </p:sp>
      <p:sp>
        <p:nvSpPr>
          <p:cNvPr id="63" name="row 4 Picture Placeholder 1">
            <a:extLst>
              <a:ext uri="{FF2B5EF4-FFF2-40B4-BE49-F238E27FC236}">
                <a16:creationId xmlns:a16="http://schemas.microsoft.com/office/drawing/2014/main" id="{BB6EB70A-D535-38CE-382E-56A416834C42}"/>
              </a:ext>
            </a:extLst>
          </p:cNvPr>
          <p:cNvSpPr>
            <a:spLocks noGrp="1"/>
          </p:cNvSpPr>
          <p:nvPr>
            <p:ph type="pic" sz="quarter" idx="42"/>
          </p:nvPr>
        </p:nvSpPr>
        <p:spPr>
          <a:xfrm>
            <a:off x="652604" y="5196141"/>
            <a:ext cx="1182832" cy="1088105"/>
          </a:xfrm>
        </p:spPr>
        <p:txBody>
          <a:bodyPr/>
          <a:lstStyle/>
          <a:p>
            <a:endParaRPr lang="en-US"/>
          </a:p>
        </p:txBody>
      </p:sp>
      <p:sp>
        <p:nvSpPr>
          <p:cNvPr id="64" name="row 4 Picture Placeholder 2">
            <a:extLst>
              <a:ext uri="{FF2B5EF4-FFF2-40B4-BE49-F238E27FC236}">
                <a16:creationId xmlns:a16="http://schemas.microsoft.com/office/drawing/2014/main" id="{F972114E-1368-BF87-A84F-E158424B35FA}"/>
              </a:ext>
            </a:extLst>
          </p:cNvPr>
          <p:cNvSpPr>
            <a:spLocks noGrp="1"/>
          </p:cNvSpPr>
          <p:nvPr>
            <p:ph type="pic" sz="quarter" idx="43"/>
          </p:nvPr>
        </p:nvSpPr>
        <p:spPr>
          <a:xfrm>
            <a:off x="2034595" y="5196141"/>
            <a:ext cx="1182832" cy="1088105"/>
          </a:xfrm>
        </p:spPr>
        <p:txBody>
          <a:bodyPr/>
          <a:lstStyle/>
          <a:p>
            <a:endParaRPr lang="en-US"/>
          </a:p>
        </p:txBody>
      </p:sp>
      <p:sp>
        <p:nvSpPr>
          <p:cNvPr id="65" name="row 4 Picture Placeholder 3">
            <a:extLst>
              <a:ext uri="{FF2B5EF4-FFF2-40B4-BE49-F238E27FC236}">
                <a16:creationId xmlns:a16="http://schemas.microsoft.com/office/drawing/2014/main" id="{278EFBC8-2747-F4D4-BC80-EDB3F561FDB4}"/>
              </a:ext>
            </a:extLst>
          </p:cNvPr>
          <p:cNvSpPr>
            <a:spLocks noGrp="1"/>
          </p:cNvSpPr>
          <p:nvPr>
            <p:ph type="pic" sz="quarter" idx="44"/>
          </p:nvPr>
        </p:nvSpPr>
        <p:spPr>
          <a:xfrm>
            <a:off x="3421781" y="5196141"/>
            <a:ext cx="1182832" cy="1088105"/>
          </a:xfrm>
        </p:spPr>
        <p:txBody>
          <a:bodyPr/>
          <a:lstStyle/>
          <a:p>
            <a:endParaRPr lang="en-US"/>
          </a:p>
        </p:txBody>
      </p:sp>
      <p:sp>
        <p:nvSpPr>
          <p:cNvPr id="66" name="row 4 Picture Placeholder 4">
            <a:extLst>
              <a:ext uri="{FF2B5EF4-FFF2-40B4-BE49-F238E27FC236}">
                <a16:creationId xmlns:a16="http://schemas.microsoft.com/office/drawing/2014/main" id="{937E185F-2AC1-06ED-C749-94E4BD3D1650}"/>
              </a:ext>
            </a:extLst>
          </p:cNvPr>
          <p:cNvSpPr>
            <a:spLocks noGrp="1"/>
          </p:cNvSpPr>
          <p:nvPr>
            <p:ph type="pic" sz="quarter" idx="45"/>
          </p:nvPr>
        </p:nvSpPr>
        <p:spPr>
          <a:xfrm>
            <a:off x="4814163" y="5196141"/>
            <a:ext cx="1182832" cy="1088105"/>
          </a:xfrm>
        </p:spPr>
        <p:txBody>
          <a:bodyPr/>
          <a:lstStyle/>
          <a:p>
            <a:endParaRPr lang="en-US"/>
          </a:p>
        </p:txBody>
      </p:sp>
      <p:sp>
        <p:nvSpPr>
          <p:cNvPr id="67" name="row 4 Picture Placeholder 5">
            <a:extLst>
              <a:ext uri="{FF2B5EF4-FFF2-40B4-BE49-F238E27FC236}">
                <a16:creationId xmlns:a16="http://schemas.microsoft.com/office/drawing/2014/main" id="{C1D6FD23-AD0E-00F8-F84E-0A75AD27C4FE}"/>
              </a:ext>
            </a:extLst>
          </p:cNvPr>
          <p:cNvSpPr>
            <a:spLocks noGrp="1"/>
          </p:cNvSpPr>
          <p:nvPr>
            <p:ph type="pic" sz="quarter" idx="46"/>
          </p:nvPr>
        </p:nvSpPr>
        <p:spPr>
          <a:xfrm>
            <a:off x="6196154" y="5196141"/>
            <a:ext cx="1182832" cy="1088105"/>
          </a:xfrm>
        </p:spPr>
        <p:txBody>
          <a:bodyPr/>
          <a:lstStyle/>
          <a:p>
            <a:endParaRPr lang="en-US"/>
          </a:p>
        </p:txBody>
      </p:sp>
      <p:sp>
        <p:nvSpPr>
          <p:cNvPr id="68" name="row 4 Picture Placeholder 6">
            <a:extLst>
              <a:ext uri="{FF2B5EF4-FFF2-40B4-BE49-F238E27FC236}">
                <a16:creationId xmlns:a16="http://schemas.microsoft.com/office/drawing/2014/main" id="{98E69D93-6780-2C21-235D-AD050AA6C84E}"/>
              </a:ext>
            </a:extLst>
          </p:cNvPr>
          <p:cNvSpPr>
            <a:spLocks noGrp="1"/>
          </p:cNvSpPr>
          <p:nvPr>
            <p:ph type="pic" sz="quarter" idx="47"/>
          </p:nvPr>
        </p:nvSpPr>
        <p:spPr>
          <a:xfrm>
            <a:off x="7583340" y="5196141"/>
            <a:ext cx="1182832" cy="1088105"/>
          </a:xfrm>
        </p:spPr>
        <p:txBody>
          <a:bodyPr/>
          <a:lstStyle/>
          <a:p>
            <a:endParaRPr lang="en-US"/>
          </a:p>
        </p:txBody>
      </p:sp>
      <p:sp>
        <p:nvSpPr>
          <p:cNvPr id="69" name="row 4 Picture Placeholder 7">
            <a:extLst>
              <a:ext uri="{FF2B5EF4-FFF2-40B4-BE49-F238E27FC236}">
                <a16:creationId xmlns:a16="http://schemas.microsoft.com/office/drawing/2014/main" id="{951CAB42-3A74-8C1A-33D9-B956194E62C9}"/>
              </a:ext>
            </a:extLst>
          </p:cNvPr>
          <p:cNvSpPr>
            <a:spLocks noGrp="1"/>
          </p:cNvSpPr>
          <p:nvPr>
            <p:ph type="pic" sz="quarter" idx="48"/>
          </p:nvPr>
        </p:nvSpPr>
        <p:spPr>
          <a:xfrm>
            <a:off x="8970527" y="5196141"/>
            <a:ext cx="1182832" cy="1088105"/>
          </a:xfrm>
        </p:spPr>
        <p:txBody>
          <a:bodyPr/>
          <a:lstStyle/>
          <a:p>
            <a:endParaRPr lang="en-US"/>
          </a:p>
        </p:txBody>
      </p:sp>
      <p:sp>
        <p:nvSpPr>
          <p:cNvPr id="70" name="row 4 Picture Placeholder 8">
            <a:extLst>
              <a:ext uri="{FF2B5EF4-FFF2-40B4-BE49-F238E27FC236}">
                <a16:creationId xmlns:a16="http://schemas.microsoft.com/office/drawing/2014/main" id="{840EF6F4-48B1-B7EA-5C60-0375F6CADFB9}"/>
              </a:ext>
            </a:extLst>
          </p:cNvPr>
          <p:cNvSpPr>
            <a:spLocks noGrp="1"/>
          </p:cNvSpPr>
          <p:nvPr>
            <p:ph type="pic" sz="quarter" idx="49"/>
          </p:nvPr>
        </p:nvSpPr>
        <p:spPr>
          <a:xfrm>
            <a:off x="10357713" y="5196141"/>
            <a:ext cx="1182832" cy="1088105"/>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3/30/26</a:t>
            </a:fld>
            <a:endParaRPr lang="en-US"/>
          </a:p>
        </p:txBody>
      </p:sp>
    </p:spTree>
    <p:extLst>
      <p:ext uri="{BB962C8B-B14F-4D97-AF65-F5344CB8AC3E}">
        <p14:creationId xmlns:p14="http://schemas.microsoft.com/office/powerpoint/2010/main" val="7129224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4800" spc="-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8" y="3012926"/>
            <a:ext cx="5334001"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lvl1pPr>
              <a:defRPr>
                <a:solidFill>
                  <a:schemeClr val="bg1"/>
                </a:solidFill>
              </a:defRPr>
            </a:lvl1pPr>
          </a:lstStyle>
          <a:p>
            <a:endParaRPr lang="en-US"/>
          </a:p>
        </p:txBody>
      </p:sp>
      <p:pic>
        <p:nvPicPr>
          <p:cNvPr id="5" name="Picture 4" descr="A red and black number&#10;&#10;Description automatically generated">
            <a:extLst>
              <a:ext uri="{FF2B5EF4-FFF2-40B4-BE49-F238E27FC236}">
                <a16:creationId xmlns:a16="http://schemas.microsoft.com/office/drawing/2014/main" id="{3A473975-5274-ED6D-F50C-3F967FC2B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48038314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07550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ck - Bottom Graphic">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076A1818-04ED-68DC-92C5-98A4DB6D6F8F}"/>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A6AFD1D8-9BA5-4CA3-A987-D4ACB6D38028}" type="datetime1">
              <a:rPr lang="en-US" smtClean="0"/>
              <a:t>3/30/26</a:t>
            </a:fld>
            <a:endParaRPr lang="en-US"/>
          </a:p>
        </p:txBody>
      </p:sp>
    </p:spTree>
    <p:extLst>
      <p:ext uri="{BB962C8B-B14F-4D97-AF65-F5344CB8AC3E}">
        <p14:creationId xmlns:p14="http://schemas.microsoft.com/office/powerpoint/2010/main" val="224770352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1/2 Image -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09"/>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5A861FAB-3FDE-4C87-9308-E91AC57E0401}" type="datetime1">
              <a:rPr lang="en-US" smtClean="0"/>
              <a:t>3/30/26</a:t>
            </a:fld>
            <a:endParaRPr lang="en-US"/>
          </a:p>
        </p:txBody>
      </p:sp>
    </p:spTree>
    <p:extLst>
      <p:ext uri="{BB962C8B-B14F-4D97-AF65-F5344CB8AC3E}">
        <p14:creationId xmlns:p14="http://schemas.microsoft.com/office/powerpoint/2010/main" val="67082064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1/3 Image -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67665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59436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10"/>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A6C1D8EA-4650-4E5E-943B-91110B552664}" type="datetime1">
              <a:rPr lang="en-US" smtClean="0"/>
              <a:t>3/30/26</a:t>
            </a:fld>
            <a:endParaRPr lang="en-US"/>
          </a:p>
        </p:txBody>
      </p:sp>
    </p:spTree>
    <p:extLst>
      <p:ext uri="{BB962C8B-B14F-4D97-AF65-F5344CB8AC3E}">
        <p14:creationId xmlns:p14="http://schemas.microsoft.com/office/powerpoint/2010/main" val="213528851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3/30/26</a:t>
            </a:fld>
            <a:endParaRPr lang="en-US"/>
          </a:p>
        </p:txBody>
      </p:sp>
    </p:spTree>
    <p:extLst>
      <p:ext uri="{BB962C8B-B14F-4D97-AF65-F5344CB8AC3E}">
        <p14:creationId xmlns:p14="http://schemas.microsoft.com/office/powerpoint/2010/main" val="59279149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58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3/30/26</a:t>
            </a:fld>
            <a:endParaRPr lang="en-US"/>
          </a:p>
        </p:txBody>
      </p:sp>
    </p:spTree>
    <p:extLst>
      <p:ext uri="{BB962C8B-B14F-4D97-AF65-F5344CB8AC3E}">
        <p14:creationId xmlns:p14="http://schemas.microsoft.com/office/powerpoint/2010/main" val="7424917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3/30/26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363619960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ive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026"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404"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399782"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a:extLst>
              <a:ext uri="{FF2B5EF4-FFF2-40B4-BE49-F238E27FC236}">
                <a16:creationId xmlns:a16="http://schemas.microsoft.com/office/drawing/2014/main" id="{CB82708F-B3F7-E5C0-481F-8B2177EAF190}"/>
              </a:ext>
            </a:extLst>
          </p:cNvPr>
          <p:cNvSpPr>
            <a:spLocks noGrp="1"/>
          </p:cNvSpPr>
          <p:nvPr>
            <p:ph idx="19"/>
          </p:nvPr>
        </p:nvSpPr>
        <p:spPr>
          <a:xfrm>
            <a:off x="9662160"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3/30/26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112826084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5" name="Picture Placeholder 1">
            <a:extLst>
              <a:ext uri="{FF2B5EF4-FFF2-40B4-BE49-F238E27FC236}">
                <a16:creationId xmlns:a16="http://schemas.microsoft.com/office/drawing/2014/main" id="{44B0349E-3471-3051-A5B9-9681553EB991}"/>
              </a:ext>
            </a:extLst>
          </p:cNvPr>
          <p:cNvSpPr>
            <a:spLocks noGrp="1"/>
          </p:cNvSpPr>
          <p:nvPr>
            <p:ph type="pic" sz="quarter" idx="15"/>
          </p:nvPr>
        </p:nvSpPr>
        <p:spPr>
          <a:xfrm>
            <a:off x="609600" y="1335024"/>
            <a:ext cx="4937760" cy="2514600"/>
          </a:xfrm>
        </p:spPr>
        <p:txBody>
          <a:bodyPr/>
          <a:lstStyle>
            <a:lvl1pPr>
              <a:defRPr>
                <a:solidFill>
                  <a:schemeClr val="bg1"/>
                </a:solidFill>
              </a:defRPr>
            </a:lvl1p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3142B398-0C77-E84A-DD6A-3B9AC2D5E34E}"/>
              </a:ext>
            </a:extLst>
          </p:cNvPr>
          <p:cNvSpPr>
            <a:spLocks noGrp="1"/>
          </p:cNvSpPr>
          <p:nvPr>
            <p:ph type="pic" sz="quarter" idx="16"/>
          </p:nvPr>
        </p:nvSpPr>
        <p:spPr>
          <a:xfrm>
            <a:off x="6644640" y="1335024"/>
            <a:ext cx="4937760"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3/30/26</a:t>
            </a:fld>
            <a:endParaRPr lang="en-US"/>
          </a:p>
        </p:txBody>
      </p:sp>
    </p:spTree>
    <p:extLst>
      <p:ext uri="{BB962C8B-B14F-4D97-AF65-F5344CB8AC3E}">
        <p14:creationId xmlns:p14="http://schemas.microsoft.com/office/powerpoint/2010/main" val="70175184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09600" y="1335024"/>
            <a:ext cx="3255264"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2">
            <a:extLst>
              <a:ext uri="{FF2B5EF4-FFF2-40B4-BE49-F238E27FC236}">
                <a16:creationId xmlns:a16="http://schemas.microsoft.com/office/drawing/2014/main" id="{1F35FB27-0B90-CA7E-FF2E-695B6A9CA1A7}"/>
              </a:ext>
            </a:extLst>
          </p:cNvPr>
          <p:cNvSpPr>
            <a:spLocks noGrp="1"/>
          </p:cNvSpPr>
          <p:nvPr>
            <p:ph type="pic" sz="quarter" idx="16"/>
          </p:nvPr>
        </p:nvSpPr>
        <p:spPr>
          <a:xfrm>
            <a:off x="4468368" y="1335024"/>
            <a:ext cx="3255264" cy="2514600"/>
          </a:xfrm>
        </p:spPr>
        <p:txBody>
          <a:bodyPr/>
          <a:lstStyle>
            <a:lvl1pPr>
              <a:defRPr>
                <a:solidFill>
                  <a:schemeClr val="bg1"/>
                </a:solidFill>
              </a:defRPr>
            </a:lvl1pPr>
          </a:lstStyle>
          <a:p>
            <a:endParaRPr lang="en-US"/>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27136"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3">
            <a:extLst>
              <a:ext uri="{FF2B5EF4-FFF2-40B4-BE49-F238E27FC236}">
                <a16:creationId xmlns:a16="http://schemas.microsoft.com/office/drawing/2014/main" id="{D7A90959-8D39-E413-9AB9-75B5F74E177A}"/>
              </a:ext>
            </a:extLst>
          </p:cNvPr>
          <p:cNvSpPr>
            <a:spLocks noGrp="1"/>
          </p:cNvSpPr>
          <p:nvPr>
            <p:ph type="pic" sz="quarter" idx="17"/>
          </p:nvPr>
        </p:nvSpPr>
        <p:spPr>
          <a:xfrm>
            <a:off x="8327136" y="1335024"/>
            <a:ext cx="3255264" cy="2514600"/>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3/30/26</a:t>
            </a:fld>
            <a:endParaRPr lang="en-US"/>
          </a:p>
        </p:txBody>
      </p:sp>
    </p:spTree>
    <p:extLst>
      <p:ext uri="{BB962C8B-B14F-4D97-AF65-F5344CB8AC3E}">
        <p14:creationId xmlns:p14="http://schemas.microsoft.com/office/powerpoint/2010/main" val="240255699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3544682935"/>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ive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05456"/>
          </a:xfrm>
        </p:spPr>
        <p:txBody>
          <a:bodyPr/>
          <a:lstStyle>
            <a:lvl1pPr>
              <a:defRPr>
                <a:solidFill>
                  <a:schemeClr val="bg1"/>
                </a:solidFill>
              </a:defRPr>
            </a:lvl1pPr>
          </a:lstStyle>
          <a:p>
            <a:endParaRPr lang="en-US"/>
          </a:p>
        </p:txBody>
      </p:sp>
      <p:sp>
        <p:nvSpPr>
          <p:cNvPr id="16" name="Content Placeholder 5">
            <a:extLst>
              <a:ext uri="{FF2B5EF4-FFF2-40B4-BE49-F238E27FC236}">
                <a16:creationId xmlns:a16="http://schemas.microsoft.com/office/drawing/2014/main" id="{4BE2B1C7-C0C6-88D0-FF18-EFB8EA2C6280}"/>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A81BA51A-079B-3E84-046F-16707EFD3EA1}"/>
              </a:ext>
            </a:extLst>
          </p:cNvPr>
          <p:cNvSpPr>
            <a:spLocks noGrp="1"/>
          </p:cNvSpPr>
          <p:nvPr>
            <p:ph type="pic" sz="quarter" idx="20"/>
          </p:nvPr>
        </p:nvSpPr>
        <p:spPr>
          <a:xfrm>
            <a:off x="9753600" y="1335024"/>
            <a:ext cx="182880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3/30/26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Tree>
    <p:extLst>
      <p:ext uri="{BB962C8B-B14F-4D97-AF65-F5344CB8AC3E}">
        <p14:creationId xmlns:p14="http://schemas.microsoft.com/office/powerpoint/2010/main" val="3679487758"/>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23847277-7A32-0B74-3121-513308B5D19B}"/>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B1577F18-2EE9-48A5-C9F6-26D13C7A415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7" name="Slide Number Placeholder 6">
            <a:extLst>
              <a:ext uri="{FF2B5EF4-FFF2-40B4-BE49-F238E27FC236}">
                <a16:creationId xmlns:a16="http://schemas.microsoft.com/office/drawing/2014/main" id="{0C50626B-1616-3551-DB78-E30E2BEA443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2B0DFF53-DA3C-5459-13CB-66ACAB1EF04B}"/>
              </a:ext>
            </a:extLst>
          </p:cNvPr>
          <p:cNvSpPr>
            <a:spLocks noGrp="1"/>
          </p:cNvSpPr>
          <p:nvPr>
            <p:ph type="dt" sz="half" idx="14"/>
          </p:nvPr>
        </p:nvSpPr>
        <p:spPr/>
        <p:txBody>
          <a:bodyPr/>
          <a:lstStyle/>
          <a:p>
            <a:fld id="{F7EF6CD1-9159-44AF-9B3E-C7AC0C13304D}" type="datetime1">
              <a:rPr lang="en-US" smtClean="0"/>
              <a:t>3/30/26</a:t>
            </a:fld>
            <a:endParaRPr lang="en-US"/>
          </a:p>
        </p:txBody>
      </p:sp>
    </p:spTree>
    <p:extLst>
      <p:ext uri="{BB962C8B-B14F-4D97-AF65-F5344CB8AC3E}">
        <p14:creationId xmlns:p14="http://schemas.microsoft.com/office/powerpoint/2010/main" val="19026107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lvl1pPr>
              <a:defRPr>
                <a:solidFill>
                  <a:schemeClr val="bg1"/>
                </a:solidFill>
              </a:defRPr>
            </a:lvl1p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lvl1pPr>
              <a:defRPr>
                <a:solidFill>
                  <a:schemeClr val="bg1"/>
                </a:solidFill>
              </a:defRPr>
            </a:lvl1pPr>
          </a:lstStyle>
          <a:p>
            <a:endParaRPr lang="en-US"/>
          </a:p>
        </p:txBody>
      </p:sp>
      <p:sp>
        <p:nvSpPr>
          <p:cNvPr id="7" name="Footer Placeholder 6">
            <a:extLst>
              <a:ext uri="{FF2B5EF4-FFF2-40B4-BE49-F238E27FC236}">
                <a16:creationId xmlns:a16="http://schemas.microsoft.com/office/drawing/2014/main" id="{74C05D25-57B4-0131-8D02-41BDA22255CF}"/>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11" name="Copyright">
            <a:extLst>
              <a:ext uri="{FF2B5EF4-FFF2-40B4-BE49-F238E27FC236}">
                <a16:creationId xmlns:a16="http://schemas.microsoft.com/office/drawing/2014/main" id="{861CF59B-700A-60A4-D14B-FB9B87B60D93}"/>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9" name="Slide Number Placeholder 8">
            <a:extLst>
              <a:ext uri="{FF2B5EF4-FFF2-40B4-BE49-F238E27FC236}">
                <a16:creationId xmlns:a16="http://schemas.microsoft.com/office/drawing/2014/main" id="{566038FF-7BCA-3951-3D43-F22FDDDCEC68}"/>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93D0F27E-11AC-F723-B425-6B4C9993142C}"/>
              </a:ext>
            </a:extLst>
          </p:cNvPr>
          <p:cNvSpPr>
            <a:spLocks noGrp="1"/>
          </p:cNvSpPr>
          <p:nvPr>
            <p:ph type="dt" sz="half" idx="16"/>
          </p:nvPr>
        </p:nvSpPr>
        <p:spPr/>
        <p:txBody>
          <a:bodyPr/>
          <a:lstStyle/>
          <a:p>
            <a:fld id="{1363D66E-2377-4F68-BD8E-DC3D382E60FF}" type="datetime1">
              <a:rPr lang="en-US" smtClean="0"/>
              <a:t>3/30/26</a:t>
            </a:fld>
            <a:endParaRPr lang="en-US"/>
          </a:p>
        </p:txBody>
      </p:sp>
    </p:spTree>
    <p:extLst>
      <p:ext uri="{BB962C8B-B14F-4D97-AF65-F5344CB8AC3E}">
        <p14:creationId xmlns:p14="http://schemas.microsoft.com/office/powerpoint/2010/main" val="18237617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lvl1pPr>
              <a:defRPr>
                <a:solidFill>
                  <a:schemeClr val="bg1"/>
                </a:solidFill>
              </a:defRPr>
            </a:lvl1p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3/30/26</a:t>
            </a:fld>
            <a:endParaRPr lang="en-US"/>
          </a:p>
        </p:txBody>
      </p:sp>
    </p:spTree>
    <p:extLst>
      <p:ext uri="{BB962C8B-B14F-4D97-AF65-F5344CB8AC3E}">
        <p14:creationId xmlns:p14="http://schemas.microsoft.com/office/powerpoint/2010/main" val="36440051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iv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lvl1pPr>
              <a:defRPr>
                <a:solidFill>
                  <a:schemeClr val="bg1"/>
                </a:solidFill>
              </a:defRPr>
            </a:lvl1p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lvl1pPr>
              <a:defRPr>
                <a:solidFill>
                  <a:schemeClr val="bg1"/>
                </a:solidFill>
              </a:defRPr>
            </a:lvl1pPr>
          </a:lstStyle>
          <a:p>
            <a:endParaRPr lang="en-US"/>
          </a:p>
        </p:txBody>
      </p:sp>
      <p:sp>
        <p:nvSpPr>
          <p:cNvPr id="15" name="Text Placeholder 5">
            <a:extLst>
              <a:ext uri="{FF2B5EF4-FFF2-40B4-BE49-F238E27FC236}">
                <a16:creationId xmlns:a16="http://schemas.microsoft.com/office/drawing/2014/main" id="{1B1CE22D-7742-2553-0BC5-65F5E18C4787}"/>
              </a:ext>
            </a:extLst>
          </p:cNvPr>
          <p:cNvSpPr>
            <a:spLocks noGrp="1"/>
          </p:cNvSpPr>
          <p:nvPr>
            <p:ph type="body" sz="quarter" idx="21"/>
          </p:nvPr>
        </p:nvSpPr>
        <p:spPr>
          <a:xfrm>
            <a:off x="9753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6" name="Picture Placeholder 5">
            <a:extLst>
              <a:ext uri="{FF2B5EF4-FFF2-40B4-BE49-F238E27FC236}">
                <a16:creationId xmlns:a16="http://schemas.microsoft.com/office/drawing/2014/main" id="{04FB2745-7A67-1B1D-6FE0-E5A68CD71D31}"/>
              </a:ext>
            </a:extLst>
          </p:cNvPr>
          <p:cNvSpPr>
            <a:spLocks noGrp="1"/>
          </p:cNvSpPr>
          <p:nvPr>
            <p:ph type="pic" sz="quarter" idx="22"/>
          </p:nvPr>
        </p:nvSpPr>
        <p:spPr>
          <a:xfrm>
            <a:off x="9753600" y="2103120"/>
            <a:ext cx="182880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3/30/26</a:t>
            </a:fld>
            <a:endParaRPr lang="en-US"/>
          </a:p>
        </p:txBody>
      </p:sp>
    </p:spTree>
    <p:extLst>
      <p:ext uri="{BB962C8B-B14F-4D97-AF65-F5344CB8AC3E}">
        <p14:creationId xmlns:p14="http://schemas.microsoft.com/office/powerpoint/2010/main" val="20030901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id Dark - 1x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7C48FEA5-D82D-FEBA-BC6B-F712F94ADFC4}"/>
              </a:ext>
            </a:extLst>
          </p:cNvPr>
          <p:cNvSpPr>
            <a:spLocks noGrp="1"/>
          </p:cNvSpPr>
          <p:nvPr>
            <p:ph type="ftr" sz="quarter" idx="12"/>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B0CFD409-FAB4-8D4C-DF26-12899C370E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5" name="Slide Number Placeholder 4">
            <a:extLst>
              <a:ext uri="{FF2B5EF4-FFF2-40B4-BE49-F238E27FC236}">
                <a16:creationId xmlns:a16="http://schemas.microsoft.com/office/drawing/2014/main" id="{B0CFE176-D609-C102-9210-1A0665ED4036}"/>
              </a:ext>
            </a:extLst>
          </p:cNvPr>
          <p:cNvSpPr>
            <a:spLocks noGrp="1"/>
          </p:cNvSpPr>
          <p:nvPr>
            <p:ph type="sldNum" sz="quarter" idx="13"/>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84B8EAAE-6B19-EE89-F051-EA38D1ED6443}"/>
              </a:ext>
            </a:extLst>
          </p:cNvPr>
          <p:cNvSpPr>
            <a:spLocks noGrp="1"/>
          </p:cNvSpPr>
          <p:nvPr>
            <p:ph type="dt" sz="half" idx="11"/>
          </p:nvPr>
        </p:nvSpPr>
        <p:spPr/>
        <p:txBody>
          <a:bodyPr/>
          <a:lstStyle/>
          <a:p>
            <a:fld id="{B279301B-1302-4B33-9C57-FD5EA730D9CA}" type="datetime1">
              <a:rPr lang="en-US" smtClean="0"/>
              <a:t>3/30/26</a:t>
            </a:fld>
            <a:endParaRPr lang="en-US"/>
          </a:p>
        </p:txBody>
      </p:sp>
    </p:spTree>
    <p:extLst>
      <p:ext uri="{BB962C8B-B14F-4D97-AF65-F5344CB8AC3E}">
        <p14:creationId xmlns:p14="http://schemas.microsoft.com/office/powerpoint/2010/main" val="701039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id Dark - 2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lvl1pPr>
              <a:defRPr>
                <a:solidFill>
                  <a:schemeClr val="bg1"/>
                </a:solidFill>
              </a:defRPr>
            </a:lvl1p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lvl1pPr>
              <a:defRPr>
                <a:solidFill>
                  <a:schemeClr val="bg1"/>
                </a:solidFill>
              </a:defRPr>
            </a:lvl1p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B898B94F-08BB-377E-AE6E-61B7A9C9385C}"/>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26C5F03B-42F9-6A59-3CCF-50EFC70FE135}"/>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7" name="Slide Number Placeholder 6">
            <a:extLst>
              <a:ext uri="{FF2B5EF4-FFF2-40B4-BE49-F238E27FC236}">
                <a16:creationId xmlns:a16="http://schemas.microsoft.com/office/drawing/2014/main" id="{FE9E0779-5716-A672-960E-6B3AB7CCC54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87A4B95E-CC09-DA87-F49C-D0FD58732B11}"/>
              </a:ext>
            </a:extLst>
          </p:cNvPr>
          <p:cNvSpPr>
            <a:spLocks noGrp="1"/>
          </p:cNvSpPr>
          <p:nvPr>
            <p:ph type="dt" sz="half" idx="14"/>
          </p:nvPr>
        </p:nvSpPr>
        <p:spPr/>
        <p:txBody>
          <a:bodyPr/>
          <a:lstStyle/>
          <a:p>
            <a:fld id="{9129D3C5-7FDF-4810-8CE7-16EC6383A5D6}" type="datetime1">
              <a:rPr lang="en-US" smtClean="0"/>
              <a:t>3/30/26</a:t>
            </a:fld>
            <a:endParaRPr lang="en-US"/>
          </a:p>
        </p:txBody>
      </p:sp>
    </p:spTree>
    <p:extLst>
      <p:ext uri="{BB962C8B-B14F-4D97-AF65-F5344CB8AC3E}">
        <p14:creationId xmlns:p14="http://schemas.microsoft.com/office/powerpoint/2010/main" val="12009981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id Dark - 3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lvl1pPr>
              <a:defRPr>
                <a:solidFill>
                  <a:schemeClr val="bg1"/>
                </a:solidFill>
              </a:defRPr>
            </a:lvl1p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lvl1pPr>
              <a:defRPr>
                <a:solidFill>
                  <a:schemeClr val="bg1"/>
                </a:solidFill>
              </a:defRPr>
            </a:lvl1p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lvl1pPr>
              <a:defRPr>
                <a:solidFill>
                  <a:schemeClr val="bg1"/>
                </a:solidFill>
              </a:defRPr>
            </a:lvl1p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lvl1pPr>
              <a:defRPr>
                <a:solidFill>
                  <a:schemeClr val="bg1"/>
                </a:solidFill>
              </a:defRPr>
            </a:lvl1p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96672CA8-A577-174B-FB2C-9B4EB53A3132}"/>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48D13397-FD3B-0770-09A4-C48DDFDB7A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5" name="Slide Number Placeholder 4">
            <a:extLst>
              <a:ext uri="{FF2B5EF4-FFF2-40B4-BE49-F238E27FC236}">
                <a16:creationId xmlns:a16="http://schemas.microsoft.com/office/drawing/2014/main" id="{F36042B7-6E1D-C52E-AA27-9C2FF0C0DD20}"/>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3F2CB33B-0DFA-0E46-569E-3A30D639B586}"/>
              </a:ext>
            </a:extLst>
          </p:cNvPr>
          <p:cNvSpPr>
            <a:spLocks noGrp="1"/>
          </p:cNvSpPr>
          <p:nvPr>
            <p:ph type="dt" sz="half" idx="16"/>
          </p:nvPr>
        </p:nvSpPr>
        <p:spPr/>
        <p:txBody>
          <a:bodyPr/>
          <a:lstStyle/>
          <a:p>
            <a:fld id="{5B90D5A5-4AEE-444F-B6C9-C3F1538FF45D}" type="datetime1">
              <a:rPr lang="en-US" smtClean="0"/>
              <a:t>3/30/26</a:t>
            </a:fld>
            <a:endParaRPr lang="en-US"/>
          </a:p>
        </p:txBody>
      </p:sp>
    </p:spTree>
    <p:extLst>
      <p:ext uri="{BB962C8B-B14F-4D97-AF65-F5344CB8AC3E}">
        <p14:creationId xmlns:p14="http://schemas.microsoft.com/office/powerpoint/2010/main" val="15440784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id Dark - 8x4">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7BAA268-608E-203C-7A51-367C326D1570}"/>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F39E7C4E-A950-5E7D-A0C2-FCEFEEFFD63B}"/>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1A28CC5C-6C7A-E3B3-012C-E9C0432BE08E}"/>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F03573D4-E54C-C99F-F61B-CBC21CA91EED}"/>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B916B734-342F-9A1D-45D0-D102A3F8E11C}"/>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FEAC3299-D9CC-DB39-2D3B-3F38400729B6}"/>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1FB7A0D9-63D4-923F-0B2C-2241DA938B85}"/>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E5BBB5FA-838E-2F55-A783-CE18CFB555D4}"/>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66E21CC9-8607-D4B4-0A69-84E115EA1B4E}"/>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BBA79D0A-A70C-E894-177D-EECF5FA284B5}"/>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3BA566EE-102B-BAE0-3B43-462B12F42154}"/>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02A8B909-1FB7-2ECE-4CE5-D4CB1C6BB0CC}"/>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6047EF83-4A21-DA0F-C923-796582EDAEED}"/>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73B53162-80D6-1DB6-445D-F0BBEB4165AB}"/>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A43A33A-2128-3B66-F13D-BC2C34FC5C9C}"/>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49562438-B088-47C6-D95D-D104D74DC604}"/>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A8C61161-4E67-459F-36FF-24C259411D06}"/>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C875AF7F-E549-C9DD-4BD9-037177E7F735}"/>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A2738BA7-9D68-1ED9-04A0-99A171217587}"/>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9651B5DB-1CA5-4B88-AC22-BE9FD9798353}"/>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37C6676-9FF0-FCE1-4305-AC9BA6E9220A}"/>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FBB257B7-9C16-9561-3AC1-D8314943FC74}"/>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9EECCC7F-B9E9-3B8B-6F0D-FAA1040749DF}"/>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0A1038EB-0E1A-05F1-2DFF-EA052237F7F6}"/>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7AC02E06-B728-D76A-FEAA-446234F0F31F}"/>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78706809-ECBD-19DD-3B50-1DBAD7BADF1F}"/>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ectangle 38">
            <a:extLst>
              <a:ext uri="{FF2B5EF4-FFF2-40B4-BE49-F238E27FC236}">
                <a16:creationId xmlns:a16="http://schemas.microsoft.com/office/drawing/2014/main" id="{946C519C-7E49-E916-FA16-159BABE49412}"/>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0" name="Rectangle 39">
            <a:extLst>
              <a:ext uri="{FF2B5EF4-FFF2-40B4-BE49-F238E27FC236}">
                <a16:creationId xmlns:a16="http://schemas.microsoft.com/office/drawing/2014/main" id="{A1B91923-6A62-AD7F-31E0-673400D0EB1E}"/>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1" name="Rectangle 40">
            <a:extLst>
              <a:ext uri="{FF2B5EF4-FFF2-40B4-BE49-F238E27FC236}">
                <a16:creationId xmlns:a16="http://schemas.microsoft.com/office/drawing/2014/main" id="{5127D94D-DCFC-5DFD-EA77-925FCC34A4D7}"/>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2" name="Rectangle 41">
            <a:extLst>
              <a:ext uri="{FF2B5EF4-FFF2-40B4-BE49-F238E27FC236}">
                <a16:creationId xmlns:a16="http://schemas.microsoft.com/office/drawing/2014/main" id="{7ACF9808-730A-9487-1316-4BBE4EB4937B}"/>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3" name="Rectangle 42">
            <a:extLst>
              <a:ext uri="{FF2B5EF4-FFF2-40B4-BE49-F238E27FC236}">
                <a16:creationId xmlns:a16="http://schemas.microsoft.com/office/drawing/2014/main" id="{5CE5A07D-9FF2-8979-5D57-8C122DB99FB7}"/>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4" name="Rectangle 43">
            <a:extLst>
              <a:ext uri="{FF2B5EF4-FFF2-40B4-BE49-F238E27FC236}">
                <a16:creationId xmlns:a16="http://schemas.microsoft.com/office/drawing/2014/main" id="{15263E6F-C1EE-9BCC-34DD-8FE8B2AE793A}"/>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ow 1 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52604" y="1374235"/>
            <a:ext cx="1182832" cy="1088105"/>
          </a:xfrm>
        </p:spPr>
        <p:txBody>
          <a:bodyPr/>
          <a:lstStyle/>
          <a:p>
            <a:endParaRPr lang="en-US"/>
          </a:p>
        </p:txBody>
      </p:sp>
      <p:sp>
        <p:nvSpPr>
          <p:cNvPr id="46" name="row 1 Picture Placeholder 2">
            <a:extLst>
              <a:ext uri="{FF2B5EF4-FFF2-40B4-BE49-F238E27FC236}">
                <a16:creationId xmlns:a16="http://schemas.microsoft.com/office/drawing/2014/main" id="{D4489A75-D166-8CF2-E0D8-0EDFD46D7A4D}"/>
              </a:ext>
            </a:extLst>
          </p:cNvPr>
          <p:cNvSpPr>
            <a:spLocks noGrp="1"/>
          </p:cNvSpPr>
          <p:nvPr>
            <p:ph type="pic" sz="quarter" idx="16"/>
          </p:nvPr>
        </p:nvSpPr>
        <p:spPr>
          <a:xfrm>
            <a:off x="2034595" y="1374235"/>
            <a:ext cx="1182832" cy="1088105"/>
          </a:xfrm>
        </p:spPr>
        <p:txBody>
          <a:bodyPr/>
          <a:lstStyle/>
          <a:p>
            <a:endParaRPr lang="en-US"/>
          </a:p>
        </p:txBody>
      </p:sp>
      <p:sp>
        <p:nvSpPr>
          <p:cNvPr id="47" name="row 1 Picture Placeholder 3">
            <a:extLst>
              <a:ext uri="{FF2B5EF4-FFF2-40B4-BE49-F238E27FC236}">
                <a16:creationId xmlns:a16="http://schemas.microsoft.com/office/drawing/2014/main" id="{2F08C9C9-CDFB-BCD2-FB33-888CA3CCB053}"/>
              </a:ext>
            </a:extLst>
          </p:cNvPr>
          <p:cNvSpPr>
            <a:spLocks noGrp="1"/>
          </p:cNvSpPr>
          <p:nvPr>
            <p:ph type="pic" sz="quarter" idx="17"/>
          </p:nvPr>
        </p:nvSpPr>
        <p:spPr>
          <a:xfrm>
            <a:off x="3421781" y="1374235"/>
            <a:ext cx="1182832" cy="1088105"/>
          </a:xfrm>
        </p:spPr>
        <p:txBody>
          <a:bodyPr/>
          <a:lstStyle/>
          <a:p>
            <a:endParaRPr lang="en-US"/>
          </a:p>
        </p:txBody>
      </p:sp>
      <p:sp>
        <p:nvSpPr>
          <p:cNvPr id="48" name="row 1 Picture Placeholder 4">
            <a:extLst>
              <a:ext uri="{FF2B5EF4-FFF2-40B4-BE49-F238E27FC236}">
                <a16:creationId xmlns:a16="http://schemas.microsoft.com/office/drawing/2014/main" id="{899B4827-9E43-021A-8937-A58289458431}"/>
              </a:ext>
            </a:extLst>
          </p:cNvPr>
          <p:cNvSpPr>
            <a:spLocks noGrp="1"/>
          </p:cNvSpPr>
          <p:nvPr>
            <p:ph type="pic" sz="quarter" idx="18"/>
          </p:nvPr>
        </p:nvSpPr>
        <p:spPr>
          <a:xfrm>
            <a:off x="4814163" y="1374235"/>
            <a:ext cx="1182832" cy="1088105"/>
          </a:xfrm>
        </p:spPr>
        <p:txBody>
          <a:bodyPr/>
          <a:lstStyle/>
          <a:p>
            <a:endParaRPr lang="en-US"/>
          </a:p>
        </p:txBody>
      </p:sp>
      <p:sp>
        <p:nvSpPr>
          <p:cNvPr id="49" name="row 1 Picture Placeholder 5">
            <a:extLst>
              <a:ext uri="{FF2B5EF4-FFF2-40B4-BE49-F238E27FC236}">
                <a16:creationId xmlns:a16="http://schemas.microsoft.com/office/drawing/2014/main" id="{B06F7986-6ED4-86E5-5E13-935D3BEE8F34}"/>
              </a:ext>
            </a:extLst>
          </p:cNvPr>
          <p:cNvSpPr>
            <a:spLocks noGrp="1"/>
          </p:cNvSpPr>
          <p:nvPr>
            <p:ph type="pic" sz="quarter" idx="19"/>
          </p:nvPr>
        </p:nvSpPr>
        <p:spPr>
          <a:xfrm>
            <a:off x="6196154" y="1374235"/>
            <a:ext cx="1182832" cy="1088105"/>
          </a:xfrm>
        </p:spPr>
        <p:txBody>
          <a:bodyPr/>
          <a:lstStyle/>
          <a:p>
            <a:endParaRPr lang="en-US"/>
          </a:p>
        </p:txBody>
      </p:sp>
      <p:sp>
        <p:nvSpPr>
          <p:cNvPr id="50" name="row 1 Picture Placeholder 6">
            <a:extLst>
              <a:ext uri="{FF2B5EF4-FFF2-40B4-BE49-F238E27FC236}">
                <a16:creationId xmlns:a16="http://schemas.microsoft.com/office/drawing/2014/main" id="{7C94F9B6-35CC-47D7-4715-2D9BDFED9D98}"/>
              </a:ext>
            </a:extLst>
          </p:cNvPr>
          <p:cNvSpPr>
            <a:spLocks noGrp="1"/>
          </p:cNvSpPr>
          <p:nvPr>
            <p:ph type="pic" sz="quarter" idx="20"/>
          </p:nvPr>
        </p:nvSpPr>
        <p:spPr>
          <a:xfrm>
            <a:off x="7583340" y="1374235"/>
            <a:ext cx="1182832" cy="1088105"/>
          </a:xfrm>
        </p:spPr>
        <p:txBody>
          <a:bodyPr/>
          <a:lstStyle/>
          <a:p>
            <a:endParaRPr lang="en-US"/>
          </a:p>
        </p:txBody>
      </p:sp>
      <p:sp>
        <p:nvSpPr>
          <p:cNvPr id="54" name="row 1 Picture Placeholder 7">
            <a:extLst>
              <a:ext uri="{FF2B5EF4-FFF2-40B4-BE49-F238E27FC236}">
                <a16:creationId xmlns:a16="http://schemas.microsoft.com/office/drawing/2014/main" id="{D2A4DA41-8FCC-44A0-0C9D-A7CDFAC9620D}"/>
              </a:ext>
            </a:extLst>
          </p:cNvPr>
          <p:cNvSpPr>
            <a:spLocks noGrp="1"/>
          </p:cNvSpPr>
          <p:nvPr>
            <p:ph type="pic" sz="quarter" idx="24"/>
          </p:nvPr>
        </p:nvSpPr>
        <p:spPr>
          <a:xfrm>
            <a:off x="8970527" y="1374235"/>
            <a:ext cx="1182832" cy="1088105"/>
          </a:xfrm>
        </p:spPr>
        <p:txBody>
          <a:bodyPr/>
          <a:lstStyle/>
          <a:p>
            <a:endParaRPr lang="en-US"/>
          </a:p>
        </p:txBody>
      </p:sp>
      <p:sp>
        <p:nvSpPr>
          <p:cNvPr id="55" name="row 1 Picture Placeholder 8">
            <a:extLst>
              <a:ext uri="{FF2B5EF4-FFF2-40B4-BE49-F238E27FC236}">
                <a16:creationId xmlns:a16="http://schemas.microsoft.com/office/drawing/2014/main" id="{4137539C-29C3-8821-FFE4-1C210898C681}"/>
              </a:ext>
            </a:extLst>
          </p:cNvPr>
          <p:cNvSpPr>
            <a:spLocks noGrp="1"/>
          </p:cNvSpPr>
          <p:nvPr>
            <p:ph type="pic" sz="quarter" idx="25"/>
          </p:nvPr>
        </p:nvSpPr>
        <p:spPr>
          <a:xfrm>
            <a:off x="10357713" y="1374235"/>
            <a:ext cx="1182832" cy="1088105"/>
          </a:xfrm>
        </p:spPr>
        <p:txBody>
          <a:bodyPr/>
          <a:lstStyle/>
          <a:p>
            <a:endParaRPr lang="en-US"/>
          </a:p>
        </p:txBody>
      </p:sp>
      <p:sp>
        <p:nvSpPr>
          <p:cNvPr id="2" name="row 2 Picture Placeholder 1">
            <a:extLst>
              <a:ext uri="{FF2B5EF4-FFF2-40B4-BE49-F238E27FC236}">
                <a16:creationId xmlns:a16="http://schemas.microsoft.com/office/drawing/2014/main" id="{3C1DEC0A-CFBB-A174-7825-D3E127900D3B}"/>
              </a:ext>
            </a:extLst>
          </p:cNvPr>
          <p:cNvSpPr>
            <a:spLocks noGrp="1"/>
          </p:cNvSpPr>
          <p:nvPr>
            <p:ph type="pic" sz="quarter" idx="26"/>
          </p:nvPr>
        </p:nvSpPr>
        <p:spPr>
          <a:xfrm>
            <a:off x="652604" y="2645822"/>
            <a:ext cx="1182832" cy="1088105"/>
          </a:xfrm>
        </p:spPr>
        <p:txBody>
          <a:bodyPr/>
          <a:lstStyle/>
          <a:p>
            <a:endParaRPr lang="en-US"/>
          </a:p>
        </p:txBody>
      </p:sp>
      <p:sp>
        <p:nvSpPr>
          <p:cNvPr id="3" name="row 2 Picture Placeholder 2">
            <a:extLst>
              <a:ext uri="{FF2B5EF4-FFF2-40B4-BE49-F238E27FC236}">
                <a16:creationId xmlns:a16="http://schemas.microsoft.com/office/drawing/2014/main" id="{E7BAB826-4B9F-721B-9415-8435857190BC}"/>
              </a:ext>
            </a:extLst>
          </p:cNvPr>
          <p:cNvSpPr>
            <a:spLocks noGrp="1"/>
          </p:cNvSpPr>
          <p:nvPr>
            <p:ph type="pic" sz="quarter" idx="27"/>
          </p:nvPr>
        </p:nvSpPr>
        <p:spPr>
          <a:xfrm>
            <a:off x="2034595" y="2645822"/>
            <a:ext cx="1182832" cy="1088105"/>
          </a:xfrm>
        </p:spPr>
        <p:txBody>
          <a:bodyPr/>
          <a:lstStyle/>
          <a:p>
            <a:endParaRPr lang="en-US"/>
          </a:p>
        </p:txBody>
      </p:sp>
      <p:sp>
        <p:nvSpPr>
          <p:cNvPr id="5" name="row 2 Picture Placeholder 3">
            <a:extLst>
              <a:ext uri="{FF2B5EF4-FFF2-40B4-BE49-F238E27FC236}">
                <a16:creationId xmlns:a16="http://schemas.microsoft.com/office/drawing/2014/main" id="{FF2B11DB-3A14-D3C9-2C6D-B1CA3D622F92}"/>
              </a:ext>
            </a:extLst>
          </p:cNvPr>
          <p:cNvSpPr>
            <a:spLocks noGrp="1"/>
          </p:cNvSpPr>
          <p:nvPr>
            <p:ph type="pic" sz="quarter" idx="28"/>
          </p:nvPr>
        </p:nvSpPr>
        <p:spPr>
          <a:xfrm>
            <a:off x="3421781" y="2645822"/>
            <a:ext cx="1182832" cy="1088105"/>
          </a:xfrm>
        </p:spPr>
        <p:txBody>
          <a:bodyPr/>
          <a:lstStyle/>
          <a:p>
            <a:endParaRPr lang="en-US"/>
          </a:p>
        </p:txBody>
      </p:sp>
      <p:sp>
        <p:nvSpPr>
          <p:cNvPr id="12" name="row 2 Picture Placeholder 4">
            <a:extLst>
              <a:ext uri="{FF2B5EF4-FFF2-40B4-BE49-F238E27FC236}">
                <a16:creationId xmlns:a16="http://schemas.microsoft.com/office/drawing/2014/main" id="{46336BAC-196F-BEEE-4E28-6A330A25A67B}"/>
              </a:ext>
            </a:extLst>
          </p:cNvPr>
          <p:cNvSpPr>
            <a:spLocks noGrp="1"/>
          </p:cNvSpPr>
          <p:nvPr>
            <p:ph type="pic" sz="quarter" idx="29"/>
          </p:nvPr>
        </p:nvSpPr>
        <p:spPr>
          <a:xfrm>
            <a:off x="4814163" y="2645822"/>
            <a:ext cx="1182832" cy="1088105"/>
          </a:xfrm>
        </p:spPr>
        <p:txBody>
          <a:bodyPr/>
          <a:lstStyle/>
          <a:p>
            <a:endParaRPr lang="en-US"/>
          </a:p>
        </p:txBody>
      </p:sp>
      <p:sp>
        <p:nvSpPr>
          <p:cNvPr id="13" name="row 2 Picture Placeholder 5">
            <a:extLst>
              <a:ext uri="{FF2B5EF4-FFF2-40B4-BE49-F238E27FC236}">
                <a16:creationId xmlns:a16="http://schemas.microsoft.com/office/drawing/2014/main" id="{C2FFB65A-9236-4CE6-2307-E94FE71BB879}"/>
              </a:ext>
            </a:extLst>
          </p:cNvPr>
          <p:cNvSpPr>
            <a:spLocks noGrp="1"/>
          </p:cNvSpPr>
          <p:nvPr>
            <p:ph type="pic" sz="quarter" idx="30"/>
          </p:nvPr>
        </p:nvSpPr>
        <p:spPr>
          <a:xfrm>
            <a:off x="6196154" y="2645822"/>
            <a:ext cx="1182832" cy="1088105"/>
          </a:xfrm>
        </p:spPr>
        <p:txBody>
          <a:bodyPr/>
          <a:lstStyle/>
          <a:p>
            <a:endParaRPr lang="en-US"/>
          </a:p>
        </p:txBody>
      </p:sp>
      <p:sp>
        <p:nvSpPr>
          <p:cNvPr id="45" name="row 2 Picture Placeholder 6">
            <a:extLst>
              <a:ext uri="{FF2B5EF4-FFF2-40B4-BE49-F238E27FC236}">
                <a16:creationId xmlns:a16="http://schemas.microsoft.com/office/drawing/2014/main" id="{4B9A60F2-7615-8938-B4B4-67C1CBF42CF4}"/>
              </a:ext>
            </a:extLst>
          </p:cNvPr>
          <p:cNvSpPr>
            <a:spLocks noGrp="1"/>
          </p:cNvSpPr>
          <p:nvPr>
            <p:ph type="pic" sz="quarter" idx="31"/>
          </p:nvPr>
        </p:nvSpPr>
        <p:spPr>
          <a:xfrm>
            <a:off x="7583340" y="2645822"/>
            <a:ext cx="1182832" cy="1088105"/>
          </a:xfrm>
        </p:spPr>
        <p:txBody>
          <a:bodyPr/>
          <a:lstStyle/>
          <a:p>
            <a:endParaRPr lang="en-US"/>
          </a:p>
        </p:txBody>
      </p:sp>
      <p:sp>
        <p:nvSpPr>
          <p:cNvPr id="77" name="row 2 Picture Placeholder 7">
            <a:extLst>
              <a:ext uri="{FF2B5EF4-FFF2-40B4-BE49-F238E27FC236}">
                <a16:creationId xmlns:a16="http://schemas.microsoft.com/office/drawing/2014/main" id="{3E419932-76A6-541D-128A-A84A5BEEC300}"/>
              </a:ext>
            </a:extLst>
          </p:cNvPr>
          <p:cNvSpPr>
            <a:spLocks noGrp="1"/>
          </p:cNvSpPr>
          <p:nvPr>
            <p:ph type="pic" sz="quarter" idx="32"/>
          </p:nvPr>
        </p:nvSpPr>
        <p:spPr>
          <a:xfrm>
            <a:off x="8970527" y="2645822"/>
            <a:ext cx="1182832" cy="1088105"/>
          </a:xfrm>
        </p:spPr>
        <p:txBody>
          <a:bodyPr/>
          <a:lstStyle/>
          <a:p>
            <a:endParaRPr lang="en-US"/>
          </a:p>
        </p:txBody>
      </p:sp>
      <p:sp>
        <p:nvSpPr>
          <p:cNvPr id="78" name="row 2 Picture Placeholder 8">
            <a:extLst>
              <a:ext uri="{FF2B5EF4-FFF2-40B4-BE49-F238E27FC236}">
                <a16:creationId xmlns:a16="http://schemas.microsoft.com/office/drawing/2014/main" id="{758DFE5A-82A8-803E-2660-E9B48CD58C8A}"/>
              </a:ext>
            </a:extLst>
          </p:cNvPr>
          <p:cNvSpPr>
            <a:spLocks noGrp="1"/>
          </p:cNvSpPr>
          <p:nvPr>
            <p:ph type="pic" sz="quarter" idx="33"/>
          </p:nvPr>
        </p:nvSpPr>
        <p:spPr>
          <a:xfrm>
            <a:off x="10357713" y="2645822"/>
            <a:ext cx="1182832" cy="1088105"/>
          </a:xfrm>
        </p:spPr>
        <p:txBody>
          <a:bodyPr/>
          <a:lstStyle/>
          <a:p>
            <a:endParaRPr lang="en-US"/>
          </a:p>
        </p:txBody>
      </p:sp>
      <p:sp>
        <p:nvSpPr>
          <p:cNvPr id="79" name="row 3 Picture Placeholder 1">
            <a:extLst>
              <a:ext uri="{FF2B5EF4-FFF2-40B4-BE49-F238E27FC236}">
                <a16:creationId xmlns:a16="http://schemas.microsoft.com/office/drawing/2014/main" id="{9E32F521-6FD0-503D-9FF1-BBD7A8CA51E5}"/>
              </a:ext>
            </a:extLst>
          </p:cNvPr>
          <p:cNvSpPr>
            <a:spLocks noGrp="1"/>
          </p:cNvSpPr>
          <p:nvPr>
            <p:ph type="pic" sz="quarter" idx="34"/>
          </p:nvPr>
        </p:nvSpPr>
        <p:spPr>
          <a:xfrm>
            <a:off x="652604" y="3924554"/>
            <a:ext cx="1182832" cy="1088105"/>
          </a:xfrm>
        </p:spPr>
        <p:txBody>
          <a:bodyPr/>
          <a:lstStyle/>
          <a:p>
            <a:endParaRPr lang="en-US"/>
          </a:p>
        </p:txBody>
      </p:sp>
      <p:sp>
        <p:nvSpPr>
          <p:cNvPr id="80" name="row 3 Picture Placeholder 2">
            <a:extLst>
              <a:ext uri="{FF2B5EF4-FFF2-40B4-BE49-F238E27FC236}">
                <a16:creationId xmlns:a16="http://schemas.microsoft.com/office/drawing/2014/main" id="{D836B38E-8809-B0C0-92F7-BD89C610B161}"/>
              </a:ext>
            </a:extLst>
          </p:cNvPr>
          <p:cNvSpPr>
            <a:spLocks noGrp="1"/>
          </p:cNvSpPr>
          <p:nvPr>
            <p:ph type="pic" sz="quarter" idx="35"/>
          </p:nvPr>
        </p:nvSpPr>
        <p:spPr>
          <a:xfrm>
            <a:off x="2034595" y="3924554"/>
            <a:ext cx="1182832" cy="1088105"/>
          </a:xfrm>
        </p:spPr>
        <p:txBody>
          <a:bodyPr/>
          <a:lstStyle/>
          <a:p>
            <a:endParaRPr lang="en-US"/>
          </a:p>
        </p:txBody>
      </p:sp>
      <p:sp>
        <p:nvSpPr>
          <p:cNvPr id="81" name="row 3 Picture Placeholder 3">
            <a:extLst>
              <a:ext uri="{FF2B5EF4-FFF2-40B4-BE49-F238E27FC236}">
                <a16:creationId xmlns:a16="http://schemas.microsoft.com/office/drawing/2014/main" id="{6D54014E-0644-8A1E-AAFF-5E8A476ACC3F}"/>
              </a:ext>
            </a:extLst>
          </p:cNvPr>
          <p:cNvSpPr>
            <a:spLocks noGrp="1"/>
          </p:cNvSpPr>
          <p:nvPr>
            <p:ph type="pic" sz="quarter" idx="36"/>
          </p:nvPr>
        </p:nvSpPr>
        <p:spPr>
          <a:xfrm>
            <a:off x="3421781" y="3924554"/>
            <a:ext cx="1182832" cy="1088105"/>
          </a:xfrm>
        </p:spPr>
        <p:txBody>
          <a:bodyPr/>
          <a:lstStyle/>
          <a:p>
            <a:endParaRPr lang="en-US"/>
          </a:p>
        </p:txBody>
      </p:sp>
      <p:sp>
        <p:nvSpPr>
          <p:cNvPr id="82" name="row 3 Picture Placeholder 4">
            <a:extLst>
              <a:ext uri="{FF2B5EF4-FFF2-40B4-BE49-F238E27FC236}">
                <a16:creationId xmlns:a16="http://schemas.microsoft.com/office/drawing/2014/main" id="{C50DA082-240B-5F1B-A722-C64B3BA9FD4E}"/>
              </a:ext>
            </a:extLst>
          </p:cNvPr>
          <p:cNvSpPr>
            <a:spLocks noGrp="1"/>
          </p:cNvSpPr>
          <p:nvPr>
            <p:ph type="pic" sz="quarter" idx="37"/>
          </p:nvPr>
        </p:nvSpPr>
        <p:spPr>
          <a:xfrm>
            <a:off x="4814163" y="3924554"/>
            <a:ext cx="1182832" cy="1088105"/>
          </a:xfrm>
        </p:spPr>
        <p:txBody>
          <a:bodyPr/>
          <a:lstStyle/>
          <a:p>
            <a:endParaRPr lang="en-US"/>
          </a:p>
        </p:txBody>
      </p:sp>
      <p:sp>
        <p:nvSpPr>
          <p:cNvPr id="83" name="row 3 Picture Placeholder 5">
            <a:extLst>
              <a:ext uri="{FF2B5EF4-FFF2-40B4-BE49-F238E27FC236}">
                <a16:creationId xmlns:a16="http://schemas.microsoft.com/office/drawing/2014/main" id="{7F494D05-1215-155F-73B6-BF770FF811DC}"/>
              </a:ext>
            </a:extLst>
          </p:cNvPr>
          <p:cNvSpPr>
            <a:spLocks noGrp="1"/>
          </p:cNvSpPr>
          <p:nvPr>
            <p:ph type="pic" sz="quarter" idx="38"/>
          </p:nvPr>
        </p:nvSpPr>
        <p:spPr>
          <a:xfrm>
            <a:off x="6196154" y="3924554"/>
            <a:ext cx="1182832" cy="1088105"/>
          </a:xfrm>
        </p:spPr>
        <p:txBody>
          <a:bodyPr/>
          <a:lstStyle/>
          <a:p>
            <a:endParaRPr lang="en-US"/>
          </a:p>
        </p:txBody>
      </p:sp>
      <p:sp>
        <p:nvSpPr>
          <p:cNvPr id="84" name="row 3 Picture Placeholder 6">
            <a:extLst>
              <a:ext uri="{FF2B5EF4-FFF2-40B4-BE49-F238E27FC236}">
                <a16:creationId xmlns:a16="http://schemas.microsoft.com/office/drawing/2014/main" id="{D0EC0EE6-CC94-3C74-DDBA-56893AD1E431}"/>
              </a:ext>
            </a:extLst>
          </p:cNvPr>
          <p:cNvSpPr>
            <a:spLocks noGrp="1"/>
          </p:cNvSpPr>
          <p:nvPr>
            <p:ph type="pic" sz="quarter" idx="39"/>
          </p:nvPr>
        </p:nvSpPr>
        <p:spPr>
          <a:xfrm>
            <a:off x="7583340" y="3924554"/>
            <a:ext cx="1182832" cy="1088105"/>
          </a:xfrm>
        </p:spPr>
        <p:txBody>
          <a:bodyPr/>
          <a:lstStyle/>
          <a:p>
            <a:endParaRPr lang="en-US"/>
          </a:p>
        </p:txBody>
      </p:sp>
      <p:sp>
        <p:nvSpPr>
          <p:cNvPr id="85" name="row 3 Picture Placeholder 7">
            <a:extLst>
              <a:ext uri="{FF2B5EF4-FFF2-40B4-BE49-F238E27FC236}">
                <a16:creationId xmlns:a16="http://schemas.microsoft.com/office/drawing/2014/main" id="{5FBD18F7-9E73-C66B-2846-56D8CEA15AD6}"/>
              </a:ext>
            </a:extLst>
          </p:cNvPr>
          <p:cNvSpPr>
            <a:spLocks noGrp="1"/>
          </p:cNvSpPr>
          <p:nvPr>
            <p:ph type="pic" sz="quarter" idx="40"/>
          </p:nvPr>
        </p:nvSpPr>
        <p:spPr>
          <a:xfrm>
            <a:off x="8970527" y="3924554"/>
            <a:ext cx="1182832" cy="1088105"/>
          </a:xfrm>
        </p:spPr>
        <p:txBody>
          <a:bodyPr/>
          <a:lstStyle/>
          <a:p>
            <a:endParaRPr lang="en-US"/>
          </a:p>
        </p:txBody>
      </p:sp>
      <p:sp>
        <p:nvSpPr>
          <p:cNvPr id="86" name="row 3 Picture Placeholder 8">
            <a:extLst>
              <a:ext uri="{FF2B5EF4-FFF2-40B4-BE49-F238E27FC236}">
                <a16:creationId xmlns:a16="http://schemas.microsoft.com/office/drawing/2014/main" id="{7B5CFE7D-04C3-F349-69EC-8D436A9E9208}"/>
              </a:ext>
            </a:extLst>
          </p:cNvPr>
          <p:cNvSpPr>
            <a:spLocks noGrp="1"/>
          </p:cNvSpPr>
          <p:nvPr>
            <p:ph type="pic" sz="quarter" idx="41"/>
          </p:nvPr>
        </p:nvSpPr>
        <p:spPr>
          <a:xfrm>
            <a:off x="10357713" y="3924554"/>
            <a:ext cx="1182832" cy="1088105"/>
          </a:xfrm>
        </p:spPr>
        <p:txBody>
          <a:bodyPr/>
          <a:lstStyle/>
          <a:p>
            <a:endParaRPr lang="en-US"/>
          </a:p>
        </p:txBody>
      </p:sp>
      <p:sp>
        <p:nvSpPr>
          <p:cNvPr id="87" name="row 4 Picture Placeholder 1">
            <a:extLst>
              <a:ext uri="{FF2B5EF4-FFF2-40B4-BE49-F238E27FC236}">
                <a16:creationId xmlns:a16="http://schemas.microsoft.com/office/drawing/2014/main" id="{24399C3F-6491-6E43-B837-BD446D088A0A}"/>
              </a:ext>
            </a:extLst>
          </p:cNvPr>
          <p:cNvSpPr>
            <a:spLocks noGrp="1"/>
          </p:cNvSpPr>
          <p:nvPr>
            <p:ph type="pic" sz="quarter" idx="42"/>
          </p:nvPr>
        </p:nvSpPr>
        <p:spPr>
          <a:xfrm>
            <a:off x="652604" y="5196141"/>
            <a:ext cx="1182832" cy="1088105"/>
          </a:xfrm>
        </p:spPr>
        <p:txBody>
          <a:bodyPr/>
          <a:lstStyle/>
          <a:p>
            <a:endParaRPr lang="en-US"/>
          </a:p>
        </p:txBody>
      </p:sp>
      <p:sp>
        <p:nvSpPr>
          <p:cNvPr id="88" name="row 4 Picture Placeholder 2">
            <a:extLst>
              <a:ext uri="{FF2B5EF4-FFF2-40B4-BE49-F238E27FC236}">
                <a16:creationId xmlns:a16="http://schemas.microsoft.com/office/drawing/2014/main" id="{2036CAF2-E770-6062-EF33-0DD11CD01CEA}"/>
              </a:ext>
            </a:extLst>
          </p:cNvPr>
          <p:cNvSpPr>
            <a:spLocks noGrp="1"/>
          </p:cNvSpPr>
          <p:nvPr>
            <p:ph type="pic" sz="quarter" idx="43"/>
          </p:nvPr>
        </p:nvSpPr>
        <p:spPr>
          <a:xfrm>
            <a:off x="2034595" y="5196141"/>
            <a:ext cx="1182832" cy="1088105"/>
          </a:xfrm>
        </p:spPr>
        <p:txBody>
          <a:bodyPr/>
          <a:lstStyle/>
          <a:p>
            <a:endParaRPr lang="en-US"/>
          </a:p>
        </p:txBody>
      </p:sp>
      <p:sp>
        <p:nvSpPr>
          <p:cNvPr id="89" name="row 4 Picture Placeholder 3">
            <a:extLst>
              <a:ext uri="{FF2B5EF4-FFF2-40B4-BE49-F238E27FC236}">
                <a16:creationId xmlns:a16="http://schemas.microsoft.com/office/drawing/2014/main" id="{30F775ED-4D01-9DC2-7605-D281FB771C25}"/>
              </a:ext>
            </a:extLst>
          </p:cNvPr>
          <p:cNvSpPr>
            <a:spLocks noGrp="1"/>
          </p:cNvSpPr>
          <p:nvPr>
            <p:ph type="pic" sz="quarter" idx="44"/>
          </p:nvPr>
        </p:nvSpPr>
        <p:spPr>
          <a:xfrm>
            <a:off x="3421781" y="5196141"/>
            <a:ext cx="1182832" cy="1088105"/>
          </a:xfrm>
        </p:spPr>
        <p:txBody>
          <a:bodyPr/>
          <a:lstStyle/>
          <a:p>
            <a:endParaRPr lang="en-US"/>
          </a:p>
        </p:txBody>
      </p:sp>
      <p:sp>
        <p:nvSpPr>
          <p:cNvPr id="90" name="row 4 Picture Placeholder 4">
            <a:extLst>
              <a:ext uri="{FF2B5EF4-FFF2-40B4-BE49-F238E27FC236}">
                <a16:creationId xmlns:a16="http://schemas.microsoft.com/office/drawing/2014/main" id="{DEE28737-AC75-102C-4BA8-96E6F4330BBC}"/>
              </a:ext>
            </a:extLst>
          </p:cNvPr>
          <p:cNvSpPr>
            <a:spLocks noGrp="1"/>
          </p:cNvSpPr>
          <p:nvPr>
            <p:ph type="pic" sz="quarter" idx="45"/>
          </p:nvPr>
        </p:nvSpPr>
        <p:spPr>
          <a:xfrm>
            <a:off x="4814163" y="5196141"/>
            <a:ext cx="1182832" cy="1088105"/>
          </a:xfrm>
        </p:spPr>
        <p:txBody>
          <a:bodyPr/>
          <a:lstStyle/>
          <a:p>
            <a:endParaRPr lang="en-US"/>
          </a:p>
        </p:txBody>
      </p:sp>
      <p:sp>
        <p:nvSpPr>
          <p:cNvPr id="91" name="row 4 Picture Placeholder 5">
            <a:extLst>
              <a:ext uri="{FF2B5EF4-FFF2-40B4-BE49-F238E27FC236}">
                <a16:creationId xmlns:a16="http://schemas.microsoft.com/office/drawing/2014/main" id="{E6E43258-86B0-95D8-6166-424B9F61DE56}"/>
              </a:ext>
            </a:extLst>
          </p:cNvPr>
          <p:cNvSpPr>
            <a:spLocks noGrp="1"/>
          </p:cNvSpPr>
          <p:nvPr>
            <p:ph type="pic" sz="quarter" idx="46"/>
          </p:nvPr>
        </p:nvSpPr>
        <p:spPr>
          <a:xfrm>
            <a:off x="6196154" y="5196141"/>
            <a:ext cx="1182832" cy="1088105"/>
          </a:xfrm>
        </p:spPr>
        <p:txBody>
          <a:bodyPr/>
          <a:lstStyle/>
          <a:p>
            <a:endParaRPr lang="en-US"/>
          </a:p>
        </p:txBody>
      </p:sp>
      <p:sp>
        <p:nvSpPr>
          <p:cNvPr id="92" name="row 4 Picture Placeholder 6">
            <a:extLst>
              <a:ext uri="{FF2B5EF4-FFF2-40B4-BE49-F238E27FC236}">
                <a16:creationId xmlns:a16="http://schemas.microsoft.com/office/drawing/2014/main" id="{0D08A575-C065-4FC0-28D7-6580F3156F6D}"/>
              </a:ext>
            </a:extLst>
          </p:cNvPr>
          <p:cNvSpPr>
            <a:spLocks noGrp="1"/>
          </p:cNvSpPr>
          <p:nvPr>
            <p:ph type="pic" sz="quarter" idx="47"/>
          </p:nvPr>
        </p:nvSpPr>
        <p:spPr>
          <a:xfrm>
            <a:off x="7583340" y="5196141"/>
            <a:ext cx="1182832" cy="1088105"/>
          </a:xfrm>
        </p:spPr>
        <p:txBody>
          <a:bodyPr/>
          <a:lstStyle/>
          <a:p>
            <a:endParaRPr lang="en-US"/>
          </a:p>
        </p:txBody>
      </p:sp>
      <p:sp>
        <p:nvSpPr>
          <p:cNvPr id="93" name="row 4 Picture Placeholder 7">
            <a:extLst>
              <a:ext uri="{FF2B5EF4-FFF2-40B4-BE49-F238E27FC236}">
                <a16:creationId xmlns:a16="http://schemas.microsoft.com/office/drawing/2014/main" id="{8C33A8F6-6489-D7B0-777C-E283A9697E40}"/>
              </a:ext>
            </a:extLst>
          </p:cNvPr>
          <p:cNvSpPr>
            <a:spLocks noGrp="1"/>
          </p:cNvSpPr>
          <p:nvPr>
            <p:ph type="pic" sz="quarter" idx="48"/>
          </p:nvPr>
        </p:nvSpPr>
        <p:spPr>
          <a:xfrm>
            <a:off x="8970527" y="5196141"/>
            <a:ext cx="1182832" cy="1088105"/>
          </a:xfrm>
        </p:spPr>
        <p:txBody>
          <a:bodyPr/>
          <a:lstStyle/>
          <a:p>
            <a:endParaRPr lang="en-US"/>
          </a:p>
        </p:txBody>
      </p:sp>
      <p:sp>
        <p:nvSpPr>
          <p:cNvPr id="94" name="row 4 Picture Placeholder 8">
            <a:extLst>
              <a:ext uri="{FF2B5EF4-FFF2-40B4-BE49-F238E27FC236}">
                <a16:creationId xmlns:a16="http://schemas.microsoft.com/office/drawing/2014/main" id="{9DDE374E-5A99-C8F8-8E5C-A7201FBD4B97}"/>
              </a:ext>
            </a:extLst>
          </p:cNvPr>
          <p:cNvSpPr>
            <a:spLocks noGrp="1"/>
          </p:cNvSpPr>
          <p:nvPr>
            <p:ph type="pic" sz="quarter" idx="49"/>
          </p:nvPr>
        </p:nvSpPr>
        <p:spPr>
          <a:xfrm>
            <a:off x="10357713" y="5196141"/>
            <a:ext cx="1182832" cy="1088105"/>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3/30/26</a:t>
            </a:fld>
            <a:endParaRPr lang="en-US"/>
          </a:p>
        </p:txBody>
      </p:sp>
    </p:spTree>
    <p:extLst>
      <p:ext uri="{BB962C8B-B14F-4D97-AF65-F5344CB8AC3E}">
        <p14:creationId xmlns:p14="http://schemas.microsoft.com/office/powerpoint/2010/main" val="523713284"/>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ull Image with Thr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92CD-4DAB-B5A4-4603-43CD97AC6925}"/>
              </a:ext>
            </a:extLst>
          </p:cNvPr>
          <p:cNvSpPr>
            <a:spLocks noGrp="1"/>
          </p:cNvSpPr>
          <p:nvPr>
            <p:ph type="title"/>
          </p:nvPr>
        </p:nvSpPr>
        <p:spPr>
          <a:xfrm>
            <a:off x="609600" y="-1371600"/>
            <a:ext cx="10972800" cy="946389"/>
          </a:xfrm>
        </p:spPr>
        <p:txBody>
          <a:bodyPr/>
          <a:lstStyle/>
          <a:p>
            <a:r>
              <a:rPr lang="en-US"/>
              <a:t>Click to edit Master title style</a:t>
            </a:r>
          </a:p>
        </p:txBody>
      </p:sp>
      <p:sp>
        <p:nvSpPr>
          <p:cNvPr id="6" name="Thread">
            <a:extLst>
              <a:ext uri="{FF2B5EF4-FFF2-40B4-BE49-F238E27FC236}">
                <a16:creationId xmlns:a16="http://schemas.microsoft.com/office/drawing/2014/main" id="{58DD8459-7A64-A5A2-A463-AE3780C871C4}"/>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128016" y="0"/>
            <a:ext cx="12063984" cy="6858000"/>
          </a:xfrm>
        </p:spPr>
        <p:txBody>
          <a:bodyPr/>
          <a:lstStyle/>
          <a:p>
            <a:endParaRPr lang="en-US"/>
          </a:p>
        </p:txBody>
      </p:sp>
    </p:spTree>
    <p:extLst>
      <p:ext uri="{BB962C8B-B14F-4D97-AF65-F5344CB8AC3E}">
        <p14:creationId xmlns:p14="http://schemas.microsoft.com/office/powerpoint/2010/main" val="32989985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B8B6-68CD-E5CB-1299-D2EC1E1330D3}"/>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10509641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9EFD-0837-876E-D532-FF1DCD5DA67A}"/>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35920387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Gray end slide">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452-9AFC-7317-960A-0CE6F680E61D}"/>
              </a:ext>
            </a:extLst>
          </p:cNvPr>
          <p:cNvSpPr>
            <a:spLocks noGrp="1"/>
          </p:cNvSpPr>
          <p:nvPr>
            <p:ph type="title"/>
          </p:nvPr>
        </p:nvSpPr>
        <p:spPr>
          <a:xfrm>
            <a:off x="609600" y="-1371600"/>
            <a:ext cx="10972800" cy="946389"/>
          </a:xfrm>
        </p:spPr>
        <p:txBody>
          <a:bodyPr/>
          <a:lstStyle/>
          <a:p>
            <a:r>
              <a:rPr lang="en-US"/>
              <a:t>Click to edit Master title style</a:t>
            </a:r>
          </a:p>
        </p:txBody>
      </p:sp>
      <p:pic>
        <p:nvPicPr>
          <p:cNvPr id="7" name="Picture 6" descr="A white letter o on a black background&#10;&#10;Description automatically generated">
            <a:extLst>
              <a:ext uri="{FF2B5EF4-FFF2-40B4-BE49-F238E27FC236}">
                <a16:creationId xmlns:a16="http://schemas.microsoft.com/office/drawing/2014/main" id="{E9BC6135-7D8D-B5DA-3E89-19048614E6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3642" y="2991905"/>
            <a:ext cx="3621024" cy="875081"/>
          </a:xfrm>
          <a:prstGeom prst="rect">
            <a:avLst/>
          </a:prstGeom>
        </p:spPr>
      </p:pic>
    </p:spTree>
    <p:extLst>
      <p:ext uri="{BB962C8B-B14F-4D97-AF65-F5344CB8AC3E}">
        <p14:creationId xmlns:p14="http://schemas.microsoft.com/office/powerpoint/2010/main" val="42056576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8505347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Alt">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32796824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
          <p:cNvSpPr>
            <a:spLocks noGrp="1"/>
          </p:cNvSpPr>
          <p:nvPr>
            <p:ph type="ctrTitle"/>
          </p:nvPr>
        </p:nvSpPr>
        <p:spPr>
          <a:xfrm>
            <a:off x="612648" y="265176"/>
            <a:ext cx="10972800" cy="950976"/>
          </a:xfrm>
        </p:spPr>
        <p:txBody>
          <a:bodyPr wrap="square" lIns="0" tIns="0" rIns="0" bIns="0" anchor="ctr" anchorCtr="0">
            <a:noAutofit/>
          </a:bodyPr>
          <a:lstStyle>
            <a:lvl1pPr>
              <a:defRPr lang="en-US" sz="3200" b="1" i="0" kern="1200" spc="-50" baseline="0" dirty="0">
                <a:solidFill>
                  <a:schemeClr val="tx1"/>
                </a:solidFill>
                <a:latin typeface="Adobe Clean Display Black" panose="020B0303020404020204" pitchFamily="34" charset="77"/>
                <a:ea typeface="+mj-ea"/>
                <a:cs typeface="+mj-cs"/>
              </a:defRPr>
            </a:lvl1pPr>
          </a:lstStyle>
          <a:p>
            <a:r>
              <a:rPr lang="en-US"/>
              <a:t>Click to edit Master title style</a:t>
            </a:r>
          </a:p>
        </p:txBody>
      </p:sp>
      <p:sp>
        <p:nvSpPr>
          <p:cNvPr id="3" name="Table Placeholder 2">
            <a:extLst>
              <a:ext uri="{FF2B5EF4-FFF2-40B4-BE49-F238E27FC236}">
                <a16:creationId xmlns:a16="http://schemas.microsoft.com/office/drawing/2014/main" id="{59631ABC-0F20-4732-9A2E-F2D10704DBFA}"/>
              </a:ext>
            </a:extLst>
          </p:cNvPr>
          <p:cNvSpPr>
            <a:spLocks noGrp="1"/>
          </p:cNvSpPr>
          <p:nvPr>
            <p:ph type="tbl" sz="quarter" idx="10"/>
          </p:nvPr>
        </p:nvSpPr>
        <p:spPr>
          <a:xfrm>
            <a:off x="609600" y="1576873"/>
            <a:ext cx="10972800" cy="4504354"/>
          </a:xfrm>
        </p:spPr>
        <p:txBody>
          <a:bodyPr lIns="0" tIns="0" rIns="0" bIns="0"/>
          <a:lstStyle>
            <a:lvl1pPr>
              <a:defRPr>
                <a:latin typeface="+mn-lt"/>
              </a:defRPr>
            </a:lvl1pPr>
          </a:lstStyle>
          <a:p>
            <a:endParaRPr lang="en-US"/>
          </a:p>
        </p:txBody>
      </p:sp>
      <p:sp>
        <p:nvSpPr>
          <p:cNvPr id="4" name="Footer Placeholder 3">
            <a:extLst>
              <a:ext uri="{FF2B5EF4-FFF2-40B4-BE49-F238E27FC236}">
                <a16:creationId xmlns:a16="http://schemas.microsoft.com/office/drawing/2014/main" id="{731D6601-D56B-2A71-FB4D-43D7BD60483A}"/>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8DAE4452-EFBC-927D-A192-3B5CAD318E1B}"/>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2" name="Date Placeholder 1">
            <a:extLst>
              <a:ext uri="{FF2B5EF4-FFF2-40B4-BE49-F238E27FC236}">
                <a16:creationId xmlns:a16="http://schemas.microsoft.com/office/drawing/2014/main" id="{1B7E59D4-EB98-505F-A399-102776DA747E}"/>
              </a:ext>
            </a:extLst>
          </p:cNvPr>
          <p:cNvSpPr>
            <a:spLocks noGrp="1"/>
          </p:cNvSpPr>
          <p:nvPr>
            <p:ph type="dt" sz="half" idx="11"/>
          </p:nvPr>
        </p:nvSpPr>
        <p:spPr/>
        <p:txBody>
          <a:bodyPr/>
          <a:lstStyle/>
          <a:p>
            <a:fld id="{30169271-AB45-4F94-B977-1C39D03C236C}" type="datetime1">
              <a:rPr lang="en-US" smtClean="0"/>
              <a:t>3/30/26</a:t>
            </a:fld>
            <a:endParaRPr lang="en-US"/>
          </a:p>
        </p:txBody>
      </p:sp>
    </p:spTree>
    <p:extLst>
      <p:ext uri="{BB962C8B-B14F-4D97-AF65-F5344CB8AC3E}">
        <p14:creationId xmlns:p14="http://schemas.microsoft.com/office/powerpoint/2010/main" val="35173818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 Light Air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8C42940D-A5FF-4CEC-B24D-658D92D6E1F7}" type="datetime1">
              <a:rPr lang="en-US" smtClean="0"/>
              <a:t>3/30/26</a:t>
            </a:fld>
            <a:endParaRPr lang="en-US"/>
          </a:p>
        </p:txBody>
      </p:sp>
    </p:spTree>
    <p:extLst>
      <p:ext uri="{BB962C8B-B14F-4D97-AF65-F5344CB8AC3E}">
        <p14:creationId xmlns:p14="http://schemas.microsoft.com/office/powerpoint/2010/main" val="354098174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 Dark Airy">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C5061511-419D-2059-0E83-6196212F928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2026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67C3B4F7-71D5-4F1C-A9CA-5E3A40F979B7}" type="datetime1">
              <a:rPr lang="en-US" smtClean="0"/>
              <a:t>3/30/26</a:t>
            </a:fld>
            <a:endParaRPr lang="en-US"/>
          </a:p>
        </p:txBody>
      </p:sp>
    </p:spTree>
    <p:extLst>
      <p:ext uri="{BB962C8B-B14F-4D97-AF65-F5344CB8AC3E}">
        <p14:creationId xmlns:p14="http://schemas.microsoft.com/office/powerpoint/2010/main" val="322880368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557CE-52E6-1FB8-260F-4B9972B7C98C}"/>
              </a:ext>
            </a:extLst>
          </p:cNvPr>
          <p:cNvSpPr>
            <a:spLocks noGrp="1"/>
          </p:cNvSpPr>
          <p:nvPr>
            <p:ph type="title"/>
          </p:nvPr>
        </p:nvSpPr>
        <p:spPr>
          <a:xfrm>
            <a:off x="609600" y="264085"/>
            <a:ext cx="10972800" cy="946389"/>
          </a:xfrm>
          <a:prstGeom prst="rect">
            <a:avLst/>
          </a:prstGeom>
        </p:spPr>
        <p:txBody>
          <a:bodyPr vert="horz" lIns="0" tIns="45720" rIns="0" bIns="45720" rtlCol="0" anchor="ctr"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207D5854-D623-623A-F51E-6C503DDDB9F4}"/>
              </a:ext>
            </a:extLst>
          </p:cNvPr>
          <p:cNvSpPr>
            <a:spLocks noGrp="1"/>
          </p:cNvSpPr>
          <p:nvPr>
            <p:ph type="body" idx="1"/>
          </p:nvPr>
        </p:nvSpPr>
        <p:spPr>
          <a:xfrm>
            <a:off x="609600" y="1334324"/>
            <a:ext cx="10972800" cy="4990276"/>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744D4F-1B98-83B7-DAEA-EBD830B4D85D}"/>
              </a:ext>
            </a:extLst>
          </p:cNvPr>
          <p:cNvSpPr>
            <a:spLocks noGrp="1"/>
          </p:cNvSpPr>
          <p:nvPr>
            <p:ph type="ftr" sz="quarter" idx="3"/>
          </p:nvPr>
        </p:nvSpPr>
        <p:spPr>
          <a:xfrm>
            <a:off x="1645920" y="6583680"/>
            <a:ext cx="7844778" cy="91440"/>
          </a:xfrm>
          <a:prstGeom prst="rect">
            <a:avLst/>
          </a:prstGeom>
        </p:spPr>
        <p:txBody>
          <a:bodyPr vert="horz" wrap="none" lIns="0" tIns="0" rIns="0" bIns="0" rtlCol="0" anchor="t" anchorCtr="0"/>
          <a:lstStyle>
            <a:lvl1pPr algn="l">
              <a:defRPr sz="600">
                <a:solidFill>
                  <a:srgbClr val="191919"/>
                </a:solidFill>
              </a:defRPr>
            </a:lvl1pPr>
          </a:lstStyle>
          <a:p>
            <a:endParaRPr lang="en-US"/>
          </a:p>
        </p:txBody>
      </p:sp>
      <p:sp>
        <p:nvSpPr>
          <p:cNvPr id="25" name="Copyright">
            <a:extLst>
              <a:ext uri="{FF2B5EF4-FFF2-40B4-BE49-F238E27FC236}">
                <a16:creationId xmlns:a16="http://schemas.microsoft.com/office/drawing/2014/main" id="{F00605C0-ED67-6D23-4441-6A67F9B2E445}"/>
              </a:ext>
            </a:extLst>
          </p:cNvPr>
          <p:cNvSpPr txBox="1"/>
          <p:nvPr userDrawn="1"/>
        </p:nvSpPr>
        <p:spPr>
          <a:xfrm>
            <a:off x="9835126" y="6583680"/>
            <a:ext cx="1747274"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2026 Adobe. All Rights Reserved. Adobe Confidential.</a:t>
            </a:r>
          </a:p>
        </p:txBody>
      </p:sp>
      <p:sp>
        <p:nvSpPr>
          <p:cNvPr id="6" name="Slide Number Placeholder 5">
            <a:extLst>
              <a:ext uri="{FF2B5EF4-FFF2-40B4-BE49-F238E27FC236}">
                <a16:creationId xmlns:a16="http://schemas.microsoft.com/office/drawing/2014/main" id="{83E5B87A-A7CF-09CF-30ED-83C44A71A0E8}"/>
              </a:ext>
            </a:extLst>
          </p:cNvPr>
          <p:cNvSpPr>
            <a:spLocks noGrp="1"/>
          </p:cNvSpPr>
          <p:nvPr>
            <p:ph type="sldNum" sz="quarter" idx="4"/>
          </p:nvPr>
        </p:nvSpPr>
        <p:spPr>
          <a:xfrm>
            <a:off x="11842316" y="6583680"/>
            <a:ext cx="89768" cy="92333"/>
          </a:xfrm>
          <a:prstGeom prst="rect">
            <a:avLst/>
          </a:prstGeom>
        </p:spPr>
        <p:txBody>
          <a:bodyPr wrap="none" lIns="0" tIns="0" rIns="0" bIns="0">
            <a:spAutoFit/>
          </a:bodyPr>
          <a:lstStyle>
            <a:lvl1pPr>
              <a:defRPr lang="en-US" sz="600" baseline="0" smtClean="0">
                <a:solidFill>
                  <a:srgbClr val="191919"/>
                </a:solidFill>
                <a:latin typeface="Adobe Clean" panose="020B0503020404020204" pitchFamily="34" charset="0"/>
              </a:defRPr>
            </a:lvl1pPr>
          </a:lstStyle>
          <a:p>
            <a:pPr algn="r"/>
            <a:fld id="{DEC9D0C1-7FBA-40E3-98AB-77B8E8CCE3DF}" type="slidenum">
              <a:rPr lang="en-US" smtClean="0"/>
              <a:pPr algn="r"/>
              <a:t>‹#›</a:t>
            </a:fld>
            <a:endParaRPr lang="en-US"/>
          </a:p>
        </p:txBody>
      </p:sp>
      <p:sp>
        <p:nvSpPr>
          <p:cNvPr id="4" name="Date Placeholder 3">
            <a:extLst>
              <a:ext uri="{FF2B5EF4-FFF2-40B4-BE49-F238E27FC236}">
                <a16:creationId xmlns:a16="http://schemas.microsoft.com/office/drawing/2014/main" id="{7DFD8D59-8A23-698A-D678-69D2440DB509}"/>
              </a:ext>
            </a:extLst>
          </p:cNvPr>
          <p:cNvSpPr>
            <a:spLocks noGrp="1"/>
          </p:cNvSpPr>
          <p:nvPr>
            <p:ph type="dt" sz="half" idx="2"/>
          </p:nvPr>
        </p:nvSpPr>
        <p:spPr>
          <a:xfrm>
            <a:off x="-1" y="7035913"/>
            <a:ext cx="355867" cy="107722"/>
          </a:xfrm>
          <a:prstGeom prst="rect">
            <a:avLst/>
          </a:prstGeom>
        </p:spPr>
        <p:txBody>
          <a:bodyPr vert="horz" wrap="none" lIns="0" tIns="0" rIns="0" bIns="0" rtlCol="0" anchor="ctr">
            <a:spAutoFit/>
          </a:bodyPr>
          <a:lstStyle>
            <a:lvl1pPr algn="l">
              <a:defRPr sz="700">
                <a:solidFill>
                  <a:schemeClr val="tx1">
                    <a:tint val="75000"/>
                  </a:schemeClr>
                </a:solidFill>
              </a:defRPr>
            </a:lvl1pPr>
          </a:lstStyle>
          <a:p>
            <a:fld id="{30169271-AB45-4F94-B977-1C39D03C236C}" type="datetime1">
              <a:rPr lang="en-US" smtClean="0"/>
              <a:t>3/30/26</a:t>
            </a:fld>
            <a:endParaRPr lang="en-US"/>
          </a:p>
        </p:txBody>
      </p:sp>
      <p:sp>
        <p:nvSpPr>
          <p:cNvPr id="9" name="1/4">
            <a:extLst>
              <a:ext uri="{FF2B5EF4-FFF2-40B4-BE49-F238E27FC236}">
                <a16:creationId xmlns:a16="http://schemas.microsoft.com/office/drawing/2014/main" id="{791B36FE-59D2-67F8-88FF-8BCBCAA1B94A}"/>
              </a:ext>
              <a:ext uri="{C183D7F6-B498-43B3-948B-1728B52AA6E4}">
                <adec:decorative xmlns:adec="http://schemas.microsoft.com/office/drawing/2017/decorative" val="1"/>
              </a:ext>
            </a:extLst>
          </p:cNvPr>
          <p:cNvSpPr txBox="1"/>
          <p:nvPr userDrawn="1"/>
        </p:nvSpPr>
        <p:spPr>
          <a:xfrm>
            <a:off x="3264969" y="-563502"/>
            <a:ext cx="163507"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1/4</a:t>
            </a:r>
          </a:p>
        </p:txBody>
      </p:sp>
      <p:sp>
        <p:nvSpPr>
          <p:cNvPr id="10" name="2/4">
            <a:extLst>
              <a:ext uri="{FF2B5EF4-FFF2-40B4-BE49-F238E27FC236}">
                <a16:creationId xmlns:a16="http://schemas.microsoft.com/office/drawing/2014/main" id="{1D453459-F362-B9CD-880F-8901A7543B45}"/>
              </a:ext>
              <a:ext uri="{C183D7F6-B498-43B3-948B-1728B52AA6E4}">
                <adec:decorative xmlns:adec="http://schemas.microsoft.com/office/drawing/2017/decorative" val="1"/>
              </a:ext>
            </a:extLst>
          </p:cNvPr>
          <p:cNvSpPr txBox="1"/>
          <p:nvPr userDrawn="1"/>
        </p:nvSpPr>
        <p:spPr>
          <a:xfrm>
            <a:off x="6004629" y="-563502"/>
            <a:ext cx="18274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11" name="3/4">
            <a:extLst>
              <a:ext uri="{FF2B5EF4-FFF2-40B4-BE49-F238E27FC236}">
                <a16:creationId xmlns:a16="http://schemas.microsoft.com/office/drawing/2014/main" id="{8E72AC89-911C-7E96-6D33-BAF9B0DBE03B}"/>
              </a:ext>
              <a:ext uri="{C183D7F6-B498-43B3-948B-1728B52AA6E4}">
                <adec:decorative xmlns:adec="http://schemas.microsoft.com/office/drawing/2017/decorative" val="1"/>
              </a:ext>
            </a:extLst>
          </p:cNvPr>
          <p:cNvSpPr txBox="1"/>
          <p:nvPr userDrawn="1"/>
        </p:nvSpPr>
        <p:spPr>
          <a:xfrm>
            <a:off x="8745241" y="-56350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12" name="2/3 arrow">
            <a:extLst>
              <a:ext uri="{FF2B5EF4-FFF2-40B4-BE49-F238E27FC236}">
                <a16:creationId xmlns:a16="http://schemas.microsoft.com/office/drawing/2014/main" id="{425FBE88-470E-60C6-8016-0453814D1C32}"/>
              </a:ext>
              <a:ext uri="{C183D7F6-B498-43B3-948B-1728B52AA6E4}">
                <adec:decorative xmlns:adec="http://schemas.microsoft.com/office/drawing/2017/decorative" val="1"/>
              </a:ext>
            </a:extLst>
          </p:cNvPr>
          <p:cNvCxnSpPr>
            <a:cxnSpLocks/>
          </p:cNvCxnSpPr>
          <p:nvPr userDrawn="1"/>
        </p:nvCxnSpPr>
        <p:spPr>
          <a:xfrm>
            <a:off x="7923212"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1/3 arrow">
            <a:extLst>
              <a:ext uri="{FF2B5EF4-FFF2-40B4-BE49-F238E27FC236}">
                <a16:creationId xmlns:a16="http://schemas.microsoft.com/office/drawing/2014/main" id="{B121034D-56B4-850B-095F-50226D1D6260}"/>
              </a:ext>
              <a:ext uri="{C183D7F6-B498-43B3-948B-1728B52AA6E4}">
                <adec:decorative xmlns:adec="http://schemas.microsoft.com/office/drawing/2017/decorative" val="1"/>
              </a:ext>
            </a:extLst>
          </p:cNvPr>
          <p:cNvCxnSpPr>
            <a:cxnSpLocks/>
          </p:cNvCxnSpPr>
          <p:nvPr userDrawn="1"/>
        </p:nvCxnSpPr>
        <p:spPr>
          <a:xfrm>
            <a:off x="4266406"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 name="2/3">
            <a:extLst>
              <a:ext uri="{FF2B5EF4-FFF2-40B4-BE49-F238E27FC236}">
                <a16:creationId xmlns:a16="http://schemas.microsoft.com/office/drawing/2014/main" id="{FC5A2A21-4D76-D3E5-F47D-FAAEDEFAE6F2}"/>
              </a:ext>
              <a:ext uri="{C183D7F6-B498-43B3-948B-1728B52AA6E4}">
                <adec:decorative xmlns:adec="http://schemas.microsoft.com/office/drawing/2017/decorative" val="1"/>
              </a:ext>
            </a:extLst>
          </p:cNvPr>
          <p:cNvSpPr txBox="1"/>
          <p:nvPr userDrawn="1"/>
        </p:nvSpPr>
        <p:spPr>
          <a:xfrm>
            <a:off x="7834245" y="-563502"/>
            <a:ext cx="177934" cy="153888"/>
          </a:xfrm>
          <a:prstGeom prst="rect">
            <a:avLst/>
          </a:prstGeom>
          <a:noFill/>
        </p:spPr>
        <p:txBody>
          <a:bodyPr wrap="none" lIns="0" tIns="0" rIns="0" bIns="0" rtlCol="0">
            <a:spAutoFit/>
          </a:bodyPr>
          <a:lstStyle/>
          <a:p>
            <a:pPr algn="ctr"/>
            <a:r>
              <a:rPr lang="en-US" sz="1000">
                <a:solidFill>
                  <a:srgbClr val="A185B6"/>
                </a:solidFill>
                <a:latin typeface="+mj-lt"/>
              </a:rPr>
              <a:t>2/3</a:t>
            </a:r>
          </a:p>
        </p:txBody>
      </p:sp>
      <p:sp>
        <p:nvSpPr>
          <p:cNvPr id="15" name="1/3">
            <a:extLst>
              <a:ext uri="{FF2B5EF4-FFF2-40B4-BE49-F238E27FC236}">
                <a16:creationId xmlns:a16="http://schemas.microsoft.com/office/drawing/2014/main" id="{31DF4110-6679-C48B-A68B-23CCE2DC7192}"/>
              </a:ext>
              <a:ext uri="{C183D7F6-B498-43B3-948B-1728B52AA6E4}">
                <adec:decorative xmlns:adec="http://schemas.microsoft.com/office/drawing/2017/decorative" val="1"/>
              </a:ext>
            </a:extLst>
          </p:cNvPr>
          <p:cNvSpPr txBox="1"/>
          <p:nvPr userDrawn="1"/>
        </p:nvSpPr>
        <p:spPr>
          <a:xfrm>
            <a:off x="4194051" y="-563502"/>
            <a:ext cx="158698" cy="153888"/>
          </a:xfrm>
          <a:prstGeom prst="rect">
            <a:avLst/>
          </a:prstGeom>
          <a:noFill/>
        </p:spPr>
        <p:txBody>
          <a:bodyPr wrap="none" lIns="0" tIns="0" rIns="0" bIns="0" rtlCol="0">
            <a:spAutoFit/>
          </a:bodyPr>
          <a:lstStyle/>
          <a:p>
            <a:pPr algn="ctr"/>
            <a:r>
              <a:rPr lang="en-US" sz="1000">
                <a:solidFill>
                  <a:srgbClr val="A185B6"/>
                </a:solidFill>
                <a:latin typeface="+mj-lt"/>
              </a:rPr>
              <a:t>1/3</a:t>
            </a:r>
          </a:p>
        </p:txBody>
      </p:sp>
      <p:cxnSp>
        <p:nvCxnSpPr>
          <p:cNvPr id="16" name="1/4 arrow">
            <a:extLst>
              <a:ext uri="{FF2B5EF4-FFF2-40B4-BE49-F238E27FC236}">
                <a16:creationId xmlns:a16="http://schemas.microsoft.com/office/drawing/2014/main" id="{654E8F9D-6C4E-05DA-FE73-546CD08C5B57}"/>
              </a:ext>
              <a:ext uri="{C183D7F6-B498-43B3-948B-1728B52AA6E4}">
                <adec:decorative xmlns:adec="http://schemas.microsoft.com/office/drawing/2017/decorative" val="1"/>
              </a:ext>
            </a:extLst>
          </p:cNvPr>
          <p:cNvCxnSpPr>
            <a:cxnSpLocks/>
          </p:cNvCxnSpPr>
          <p:nvPr userDrawn="1"/>
        </p:nvCxnSpPr>
        <p:spPr>
          <a:xfrm>
            <a:off x="3352205"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7" name="2/4 arrow">
            <a:extLst>
              <a:ext uri="{FF2B5EF4-FFF2-40B4-BE49-F238E27FC236}">
                <a16:creationId xmlns:a16="http://schemas.microsoft.com/office/drawing/2014/main" id="{DA346B2B-DF35-381D-9BDC-1CDA53FCF74A}"/>
              </a:ext>
              <a:ext uri="{C183D7F6-B498-43B3-948B-1728B52AA6E4}">
                <adec:decorative xmlns:adec="http://schemas.microsoft.com/office/drawing/2017/decorative" val="1"/>
              </a:ext>
            </a:extLst>
          </p:cNvPr>
          <p:cNvCxnSpPr>
            <a:cxnSpLocks/>
          </p:cNvCxnSpPr>
          <p:nvPr userDrawn="1"/>
        </p:nvCxnSpPr>
        <p:spPr>
          <a:xfrm>
            <a:off x="6096000"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8" name="3/4 arrow">
            <a:extLst>
              <a:ext uri="{FF2B5EF4-FFF2-40B4-BE49-F238E27FC236}">
                <a16:creationId xmlns:a16="http://schemas.microsoft.com/office/drawing/2014/main" id="{79D2891A-8FC3-A6BB-6113-BF32856BCF47}"/>
              </a:ext>
              <a:ext uri="{C183D7F6-B498-43B3-948B-1728B52AA6E4}">
                <adec:decorative xmlns:adec="http://schemas.microsoft.com/office/drawing/2017/decorative" val="1"/>
              </a:ext>
            </a:extLst>
          </p:cNvPr>
          <p:cNvCxnSpPr>
            <a:cxnSpLocks/>
          </p:cNvCxnSpPr>
          <p:nvPr userDrawn="1"/>
        </p:nvCxnSpPr>
        <p:spPr>
          <a:xfrm>
            <a:off x="8837414"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Grid Instrux">
            <a:extLst>
              <a:ext uri="{FF2B5EF4-FFF2-40B4-BE49-F238E27FC236}">
                <a16:creationId xmlns:a16="http://schemas.microsoft.com/office/drawing/2014/main" id="{02CAB0F6-BA9D-DC91-B680-B8B29A069DD5}"/>
              </a:ext>
              <a:ext uri="{C183D7F6-B498-43B3-948B-1728B52AA6E4}">
                <adec:decorative xmlns:adec="http://schemas.microsoft.com/office/drawing/2017/decorative" val="1"/>
              </a:ext>
            </a:extLst>
          </p:cNvPr>
          <p:cNvSpPr txBox="1"/>
          <p:nvPr userDrawn="1"/>
        </p:nvSpPr>
        <p:spPr>
          <a:xfrm>
            <a:off x="1157679" y="-549443"/>
            <a:ext cx="1764907" cy="369332"/>
          </a:xfrm>
          <a:prstGeom prst="rect">
            <a:avLst/>
          </a:prstGeom>
          <a:noFill/>
        </p:spPr>
        <p:txBody>
          <a:bodyPr wrap="none" lIns="0" tIns="0" rIns="0" bIns="0" rtlCol="0">
            <a:spAutoFit/>
          </a:bodyPr>
          <a:lstStyle/>
          <a:p>
            <a:pPr algn="l"/>
            <a:r>
              <a:rPr lang="en-US" sz="800">
                <a:solidFill>
                  <a:schemeClr val="bg1">
                    <a:lumMod val="65000"/>
                  </a:schemeClr>
                </a:solidFill>
                <a:latin typeface="+mj-lt"/>
              </a:rPr>
              <a:t>Turn on Guides to see the custom grid.</a:t>
            </a:r>
            <a:br>
              <a:rPr lang="en-US" sz="800">
                <a:solidFill>
                  <a:schemeClr val="bg1">
                    <a:lumMod val="65000"/>
                  </a:schemeClr>
                </a:solidFill>
                <a:latin typeface="+mj-lt"/>
              </a:rPr>
            </a:br>
            <a:r>
              <a:rPr lang="en-US" sz="800">
                <a:solidFill>
                  <a:schemeClr val="bg1">
                    <a:lumMod val="65000"/>
                  </a:schemeClr>
                </a:solidFill>
                <a:latin typeface="+mn-lt"/>
              </a:rPr>
              <a:t>Mac: Control-option-command-G</a:t>
            </a:r>
            <a:br>
              <a:rPr lang="en-US" sz="800">
                <a:solidFill>
                  <a:schemeClr val="bg1">
                    <a:lumMod val="65000"/>
                  </a:schemeClr>
                </a:solidFill>
                <a:latin typeface="+mn-lt"/>
              </a:rPr>
            </a:br>
            <a:r>
              <a:rPr lang="en-US" sz="800">
                <a:solidFill>
                  <a:schemeClr val="bg1">
                    <a:lumMod val="65000"/>
                  </a:schemeClr>
                </a:solidFill>
                <a:latin typeface="+mn-lt"/>
              </a:rPr>
              <a:t>Win: Alt-F9 (or Alt-Fn-F9 on some laptops)</a:t>
            </a:r>
          </a:p>
        </p:txBody>
      </p:sp>
      <p:sp>
        <p:nvSpPr>
          <p:cNvPr id="7" name="Thread">
            <a:extLst>
              <a:ext uri="{FF2B5EF4-FFF2-40B4-BE49-F238E27FC236}">
                <a16:creationId xmlns:a16="http://schemas.microsoft.com/office/drawing/2014/main" id="{85D60DD5-372A-259D-1420-29F0B57C16CA}"/>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1/4">
            <a:extLst>
              <a:ext uri="{FF2B5EF4-FFF2-40B4-BE49-F238E27FC236}">
                <a16:creationId xmlns:a16="http://schemas.microsoft.com/office/drawing/2014/main" id="{424377ED-B64A-B4C7-0B71-A4CF8A90AED7}"/>
              </a:ext>
              <a:ext uri="{C183D7F6-B498-43B3-948B-1728B52AA6E4}">
                <adec:decorative xmlns:adec="http://schemas.microsoft.com/office/drawing/2017/decorative" val="1"/>
              </a:ext>
            </a:extLst>
          </p:cNvPr>
          <p:cNvSpPr txBox="1"/>
          <p:nvPr userDrawn="1"/>
        </p:nvSpPr>
        <p:spPr>
          <a:xfrm>
            <a:off x="12576881" y="2509117"/>
            <a:ext cx="163507"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33" name="2/4">
            <a:extLst>
              <a:ext uri="{FF2B5EF4-FFF2-40B4-BE49-F238E27FC236}">
                <a16:creationId xmlns:a16="http://schemas.microsoft.com/office/drawing/2014/main" id="{51F3C041-8ED9-0DA6-BEAB-D9FCBAB6CCFF}"/>
              </a:ext>
              <a:ext uri="{C183D7F6-B498-43B3-948B-1728B52AA6E4}">
                <adec:decorative xmlns:adec="http://schemas.microsoft.com/office/drawing/2017/decorative" val="1"/>
              </a:ext>
            </a:extLst>
          </p:cNvPr>
          <p:cNvSpPr txBox="1"/>
          <p:nvPr userDrawn="1"/>
        </p:nvSpPr>
        <p:spPr>
          <a:xfrm>
            <a:off x="12586321" y="3754563"/>
            <a:ext cx="182742"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2/4</a:t>
            </a:r>
          </a:p>
        </p:txBody>
      </p:sp>
      <p:sp>
        <p:nvSpPr>
          <p:cNvPr id="34" name="3/4">
            <a:extLst>
              <a:ext uri="{FF2B5EF4-FFF2-40B4-BE49-F238E27FC236}">
                <a16:creationId xmlns:a16="http://schemas.microsoft.com/office/drawing/2014/main" id="{F2D0D8E2-527A-4BB8-6B7E-6D57BEB7FA78}"/>
              </a:ext>
              <a:ext uri="{C183D7F6-B498-43B3-948B-1728B52AA6E4}">
                <adec:decorative xmlns:adec="http://schemas.microsoft.com/office/drawing/2017/decorative" val="1"/>
              </a:ext>
            </a:extLst>
          </p:cNvPr>
          <p:cNvSpPr txBox="1"/>
          <p:nvPr userDrawn="1"/>
        </p:nvSpPr>
        <p:spPr>
          <a:xfrm>
            <a:off x="12644053" y="498753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35" name="1/4 arrow">
            <a:extLst>
              <a:ext uri="{FF2B5EF4-FFF2-40B4-BE49-F238E27FC236}">
                <a16:creationId xmlns:a16="http://schemas.microsoft.com/office/drawing/2014/main" id="{A418B525-C17C-C5AB-54B3-D48D2031FC62}"/>
              </a:ext>
              <a:ext uri="{C183D7F6-B498-43B3-948B-1728B52AA6E4}">
                <adec:decorative xmlns:adec="http://schemas.microsoft.com/office/drawing/2017/decorative" val="1"/>
              </a:ext>
            </a:extLst>
          </p:cNvPr>
          <p:cNvCxnSpPr>
            <a:cxnSpLocks/>
          </p:cNvCxnSpPr>
          <p:nvPr userDrawn="1"/>
        </p:nvCxnSpPr>
        <p:spPr>
          <a:xfrm flipH="1">
            <a:off x="12278497" y="258086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0" name="1/4 arrow">
            <a:extLst>
              <a:ext uri="{FF2B5EF4-FFF2-40B4-BE49-F238E27FC236}">
                <a16:creationId xmlns:a16="http://schemas.microsoft.com/office/drawing/2014/main" id="{9832C6B5-4860-2934-2206-0B5B7FF6B0DA}"/>
              </a:ext>
              <a:ext uri="{C183D7F6-B498-43B3-948B-1728B52AA6E4}">
                <adec:decorative xmlns:adec="http://schemas.microsoft.com/office/drawing/2017/decorative" val="1"/>
              </a:ext>
            </a:extLst>
          </p:cNvPr>
          <p:cNvCxnSpPr>
            <a:cxnSpLocks/>
          </p:cNvCxnSpPr>
          <p:nvPr userDrawn="1"/>
        </p:nvCxnSpPr>
        <p:spPr>
          <a:xfrm flipH="1">
            <a:off x="12278497" y="133432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1/4 arrow">
            <a:extLst>
              <a:ext uri="{FF2B5EF4-FFF2-40B4-BE49-F238E27FC236}">
                <a16:creationId xmlns:a16="http://schemas.microsoft.com/office/drawing/2014/main" id="{0F8F2023-3069-3524-187F-DCC6A0F9C743}"/>
              </a:ext>
              <a:ext uri="{C183D7F6-B498-43B3-948B-1728B52AA6E4}">
                <adec:decorative xmlns:adec="http://schemas.microsoft.com/office/drawing/2017/decorative" val="1"/>
              </a:ext>
            </a:extLst>
          </p:cNvPr>
          <p:cNvCxnSpPr>
            <a:cxnSpLocks/>
          </p:cNvCxnSpPr>
          <p:nvPr userDrawn="1"/>
        </p:nvCxnSpPr>
        <p:spPr>
          <a:xfrm flipH="1">
            <a:off x="12278497" y="507395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1/4 arrow">
            <a:extLst>
              <a:ext uri="{FF2B5EF4-FFF2-40B4-BE49-F238E27FC236}">
                <a16:creationId xmlns:a16="http://schemas.microsoft.com/office/drawing/2014/main" id="{A8ED2DAB-B3D9-1EA2-514C-8A23C04556CE}"/>
              </a:ext>
              <a:ext uri="{C183D7F6-B498-43B3-948B-1728B52AA6E4}">
                <adec:decorative xmlns:adec="http://schemas.microsoft.com/office/drawing/2017/decorative" val="1"/>
              </a:ext>
            </a:extLst>
          </p:cNvPr>
          <p:cNvCxnSpPr>
            <a:cxnSpLocks/>
          </p:cNvCxnSpPr>
          <p:nvPr userDrawn="1"/>
        </p:nvCxnSpPr>
        <p:spPr>
          <a:xfrm flipH="1">
            <a:off x="12278497" y="3827414"/>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1/4">
            <a:extLst>
              <a:ext uri="{FF2B5EF4-FFF2-40B4-BE49-F238E27FC236}">
                <a16:creationId xmlns:a16="http://schemas.microsoft.com/office/drawing/2014/main" id="{C8CA6760-80AA-0257-95D3-4B4DE6DE78FD}"/>
              </a:ext>
              <a:ext uri="{C183D7F6-B498-43B3-948B-1728B52AA6E4}">
                <adec:decorative xmlns:adec="http://schemas.microsoft.com/office/drawing/2017/decorative" val="1"/>
              </a:ext>
            </a:extLst>
          </p:cNvPr>
          <p:cNvSpPr txBox="1"/>
          <p:nvPr userDrawn="1"/>
        </p:nvSpPr>
        <p:spPr>
          <a:xfrm>
            <a:off x="12529254" y="1281863"/>
            <a:ext cx="290143"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HEADER</a:t>
            </a:r>
          </a:p>
        </p:txBody>
      </p:sp>
      <p:cxnSp>
        <p:nvCxnSpPr>
          <p:cNvPr id="45" name="1/4 arrow">
            <a:extLst>
              <a:ext uri="{FF2B5EF4-FFF2-40B4-BE49-F238E27FC236}">
                <a16:creationId xmlns:a16="http://schemas.microsoft.com/office/drawing/2014/main" id="{74375429-3C84-68A9-2613-B48F5A529F30}"/>
              </a:ext>
              <a:ext uri="{C183D7F6-B498-43B3-948B-1728B52AA6E4}">
                <adec:decorative xmlns:adec="http://schemas.microsoft.com/office/drawing/2017/decorative" val="1"/>
              </a:ext>
            </a:extLst>
          </p:cNvPr>
          <p:cNvCxnSpPr>
            <a:cxnSpLocks/>
          </p:cNvCxnSpPr>
          <p:nvPr userDrawn="1"/>
        </p:nvCxnSpPr>
        <p:spPr>
          <a:xfrm flipH="1">
            <a:off x="12278497" y="632050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6" name="1/4">
            <a:extLst>
              <a:ext uri="{FF2B5EF4-FFF2-40B4-BE49-F238E27FC236}">
                <a16:creationId xmlns:a16="http://schemas.microsoft.com/office/drawing/2014/main" id="{1B81506B-B5BB-D6F5-CFE5-02E97E3AFEF1}"/>
              </a:ext>
              <a:ext uri="{C183D7F6-B498-43B3-948B-1728B52AA6E4}">
                <adec:decorative xmlns:adec="http://schemas.microsoft.com/office/drawing/2017/decorative" val="1"/>
              </a:ext>
            </a:extLst>
          </p:cNvPr>
          <p:cNvSpPr txBox="1"/>
          <p:nvPr userDrawn="1"/>
        </p:nvSpPr>
        <p:spPr>
          <a:xfrm>
            <a:off x="12532460" y="6268043"/>
            <a:ext cx="283732"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FOOTER</a:t>
            </a:r>
          </a:p>
        </p:txBody>
      </p:sp>
      <p:cxnSp>
        <p:nvCxnSpPr>
          <p:cNvPr id="24" name="1/4 arrow">
            <a:extLst>
              <a:ext uri="{FF2B5EF4-FFF2-40B4-BE49-F238E27FC236}">
                <a16:creationId xmlns:a16="http://schemas.microsoft.com/office/drawing/2014/main" id="{FA5D0519-5451-A608-D797-03460DF8E37A}"/>
              </a:ext>
              <a:ext uri="{C183D7F6-B498-43B3-948B-1728B52AA6E4}">
                <adec:decorative xmlns:adec="http://schemas.microsoft.com/office/drawing/2017/decorative" val="1"/>
              </a:ext>
            </a:extLst>
          </p:cNvPr>
          <p:cNvCxnSpPr>
            <a:cxnSpLocks/>
          </p:cNvCxnSpPr>
          <p:nvPr userDrawn="1"/>
        </p:nvCxnSpPr>
        <p:spPr>
          <a:xfrm>
            <a:off x="609600"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3/4 arrow">
            <a:extLst>
              <a:ext uri="{FF2B5EF4-FFF2-40B4-BE49-F238E27FC236}">
                <a16:creationId xmlns:a16="http://schemas.microsoft.com/office/drawing/2014/main" id="{434EAFBE-DCAD-A7F5-09D7-04281AF8FDF5}"/>
              </a:ext>
              <a:ext uri="{C183D7F6-B498-43B3-948B-1728B52AA6E4}">
                <adec:decorative xmlns:adec="http://schemas.microsoft.com/office/drawing/2017/decorative" val="1"/>
              </a:ext>
            </a:extLst>
          </p:cNvPr>
          <p:cNvCxnSpPr>
            <a:cxnSpLocks/>
          </p:cNvCxnSpPr>
          <p:nvPr userDrawn="1"/>
        </p:nvCxnSpPr>
        <p:spPr>
          <a:xfrm>
            <a:off x="11580018"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1/4">
            <a:extLst>
              <a:ext uri="{FF2B5EF4-FFF2-40B4-BE49-F238E27FC236}">
                <a16:creationId xmlns:a16="http://schemas.microsoft.com/office/drawing/2014/main" id="{B26847F7-BAAC-4F5F-C73B-C98C0D60DBDC}"/>
              </a:ext>
              <a:ext uri="{C183D7F6-B498-43B3-948B-1728B52AA6E4}">
                <adec:decorative xmlns:adec="http://schemas.microsoft.com/office/drawing/2017/decorative" val="1"/>
              </a:ext>
            </a:extLst>
          </p:cNvPr>
          <p:cNvSpPr txBox="1"/>
          <p:nvPr userDrawn="1"/>
        </p:nvSpPr>
        <p:spPr>
          <a:xfrm>
            <a:off x="370753" y="-532724"/>
            <a:ext cx="477695"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LEFT MARGIN</a:t>
            </a:r>
          </a:p>
        </p:txBody>
      </p:sp>
      <p:sp>
        <p:nvSpPr>
          <p:cNvPr id="28" name="1/4">
            <a:extLst>
              <a:ext uri="{FF2B5EF4-FFF2-40B4-BE49-F238E27FC236}">
                <a16:creationId xmlns:a16="http://schemas.microsoft.com/office/drawing/2014/main" id="{C37489DE-748C-5EF5-A2DC-16A403A0AC9F}"/>
              </a:ext>
              <a:ext uri="{C183D7F6-B498-43B3-948B-1728B52AA6E4}">
                <adec:decorative xmlns:adec="http://schemas.microsoft.com/office/drawing/2017/decorative" val="1"/>
              </a:ext>
            </a:extLst>
          </p:cNvPr>
          <p:cNvSpPr txBox="1"/>
          <p:nvPr userDrawn="1"/>
        </p:nvSpPr>
        <p:spPr>
          <a:xfrm>
            <a:off x="11314721" y="-532724"/>
            <a:ext cx="530594"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RIGHT MARGIN</a:t>
            </a:r>
          </a:p>
        </p:txBody>
      </p:sp>
      <p:pic>
        <p:nvPicPr>
          <p:cNvPr id="21" name="Picture 20" descr="A red and black number&#10;&#10;Description automatically generated">
            <a:extLst>
              <a:ext uri="{FF2B5EF4-FFF2-40B4-BE49-F238E27FC236}">
                <a16:creationId xmlns:a16="http://schemas.microsoft.com/office/drawing/2014/main" id="{90D99A4A-A7D4-0CC7-5FD2-1E4A30D358E9}"/>
              </a:ext>
            </a:extLst>
          </p:cNvPr>
          <p:cNvPicPr>
            <a:picLocks noChangeAspect="1"/>
          </p:cNvPicPr>
          <p:nvPr userDrawn="1"/>
        </p:nvPicPr>
        <p:blipFill>
          <a:blip r:embed="rId57">
            <a:extLst>
              <a:ext uri="{28A0092B-C50C-407E-A947-70E740481C1C}">
                <a14:useLocalDpi xmlns:a14="http://schemas.microsoft.com/office/drawing/2010/main" val="0"/>
              </a:ext>
            </a:extLst>
          </a:blip>
          <a:stretch>
            <a:fillRect/>
          </a:stretch>
        </p:blipFill>
        <p:spPr>
          <a:xfrm>
            <a:off x="609600" y="6518398"/>
            <a:ext cx="603504" cy="145847"/>
          </a:xfrm>
          <a:prstGeom prst="rect">
            <a:avLst/>
          </a:prstGeom>
        </p:spPr>
      </p:pic>
    </p:spTree>
    <p:extLst>
      <p:ext uri="{BB962C8B-B14F-4D97-AF65-F5344CB8AC3E}">
        <p14:creationId xmlns:p14="http://schemas.microsoft.com/office/powerpoint/2010/main" val="31592279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707" r:id="rId3"/>
    <p:sldLayoutId id="2147483661" r:id="rId4"/>
    <p:sldLayoutId id="2147483651" r:id="rId5"/>
    <p:sldLayoutId id="2147483650" r:id="rId6"/>
    <p:sldLayoutId id="2147483720" r:id="rId7"/>
    <p:sldLayoutId id="2147483697" r:id="rId8"/>
    <p:sldLayoutId id="2147483699" r:id="rId9"/>
    <p:sldLayoutId id="2147483703" r:id="rId10"/>
    <p:sldLayoutId id="2147483708" r:id="rId11"/>
    <p:sldLayoutId id="2147483712" r:id="rId12"/>
    <p:sldLayoutId id="2147483724" r:id="rId13"/>
    <p:sldLayoutId id="2147483718" r:id="rId14"/>
    <p:sldLayoutId id="2147483710" r:id="rId15"/>
    <p:sldLayoutId id="2147483713" r:id="rId16"/>
    <p:sldLayoutId id="2147483722" r:id="rId17"/>
    <p:sldLayoutId id="2147483683" r:id="rId18"/>
    <p:sldLayoutId id="2147483684" r:id="rId19"/>
    <p:sldLayoutId id="2147483685" r:id="rId20"/>
    <p:sldLayoutId id="2147483726" r:id="rId21"/>
    <p:sldLayoutId id="2147483682" r:id="rId22"/>
    <p:sldLayoutId id="2147483680" r:id="rId23"/>
    <p:sldLayoutId id="2147483677" r:id="rId24"/>
    <p:sldLayoutId id="2147483714" r:id="rId25"/>
    <p:sldLayoutId id="2147483662" r:id="rId26"/>
    <p:sldLayoutId id="2147483663" r:id="rId27"/>
    <p:sldLayoutId id="2147483664" r:id="rId28"/>
    <p:sldLayoutId id="2147483698" r:id="rId29"/>
    <p:sldLayoutId id="2147483700" r:id="rId30"/>
    <p:sldLayoutId id="2147483704" r:id="rId31"/>
    <p:sldLayoutId id="2147483709" r:id="rId32"/>
    <p:sldLayoutId id="2147483716" r:id="rId33"/>
    <p:sldLayoutId id="2147483725" r:id="rId34"/>
    <p:sldLayoutId id="2147483719" r:id="rId35"/>
    <p:sldLayoutId id="2147483711" r:id="rId36"/>
    <p:sldLayoutId id="2147483717" r:id="rId37"/>
    <p:sldLayoutId id="2147483723" r:id="rId38"/>
    <p:sldLayoutId id="2147483688" r:id="rId39"/>
    <p:sldLayoutId id="2147483691" r:id="rId40"/>
    <p:sldLayoutId id="2147483694" r:id="rId41"/>
    <p:sldLayoutId id="2147483727" r:id="rId42"/>
    <p:sldLayoutId id="2147483686" r:id="rId43"/>
    <p:sldLayoutId id="2147483689" r:id="rId44"/>
    <p:sldLayoutId id="2147483692" r:id="rId45"/>
    <p:sldLayoutId id="2147483715" r:id="rId46"/>
    <p:sldLayoutId id="2147483706" r:id="rId47"/>
    <p:sldLayoutId id="2147483655" r:id="rId48"/>
    <p:sldLayoutId id="2147483695" r:id="rId49"/>
    <p:sldLayoutId id="2147483665" r:id="rId50"/>
    <p:sldLayoutId id="2147483701" r:id="rId51"/>
    <p:sldLayoutId id="2147483702" r:id="rId52"/>
    <p:sldLayoutId id="2147483705" r:id="rId53"/>
    <p:sldLayoutId id="2147483671" r:id="rId54"/>
    <p:sldLayoutId id="2147483676" r:id="rId55"/>
  </p:sldLayoutIdLst>
  <p:hf sldNum="0" hdr="0" ftr="0" dt="0"/>
  <p:txStyles>
    <p:titleStyle>
      <a:lvl1pPr algn="l" defTabSz="914400" rtl="0" eaLnBrk="1" latinLnBrk="0" hangingPunct="1">
        <a:lnSpc>
          <a:spcPct val="80000"/>
        </a:lnSpc>
        <a:spcBef>
          <a:spcPct val="0"/>
        </a:spcBef>
        <a:buNone/>
        <a:defRPr sz="3200" b="1" i="0" kern="1200" spc="-50" baseline="0">
          <a:solidFill>
            <a:schemeClr val="tx1"/>
          </a:solidFill>
          <a:latin typeface="Adobe Clean Display Black" panose="020B0303020404020204" pitchFamily="34" charset="77"/>
          <a:ea typeface="+mj-ea"/>
          <a:cs typeface="+mj-cs"/>
        </a:defRPr>
      </a:lvl1pPr>
    </p:titleStyle>
    <p:body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669925" indent="-12382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0" userDrawn="1">
          <p15:clr>
            <a:srgbClr val="A4A3A4"/>
          </p15:clr>
        </p15:guide>
        <p15:guide id="2" pos="384" userDrawn="1">
          <p15:clr>
            <a:srgbClr val="A4A3A4"/>
          </p15:clr>
        </p15:guide>
        <p15:guide id="3" pos="7296" userDrawn="1">
          <p15:clr>
            <a:srgbClr val="A4A3A4"/>
          </p15:clr>
        </p15:guide>
        <p15:guide id="4" orient="horz" pos="398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2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Layout" Target="../slideLayouts/slideLayout2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6.svg"/><Relationship Id="rId11" Type="http://schemas.openxmlformats.org/officeDocument/2006/relationships/image" Target="../media/image12.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1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sv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EE037C-0F40-CB1D-0230-2F24D8149FFA}"/>
              </a:ext>
            </a:extLst>
          </p:cNvPr>
          <p:cNvSpPr>
            <a:spLocks noGrp="1"/>
          </p:cNvSpPr>
          <p:nvPr>
            <p:ph type="ctrTitle"/>
          </p:nvPr>
        </p:nvSpPr>
        <p:spPr>
          <a:xfrm>
            <a:off x="609600" y="1122363"/>
            <a:ext cx="10972800" cy="2387600"/>
          </a:xfrm>
        </p:spPr>
        <p:txBody>
          <a:bodyPr/>
          <a:lstStyle/>
          <a:p>
            <a:r>
              <a:rPr lang="en-US" dirty="0"/>
              <a:t>Agentic AI @ Adobe</a:t>
            </a:r>
          </a:p>
        </p:txBody>
      </p:sp>
      <p:sp>
        <p:nvSpPr>
          <p:cNvPr id="5" name="Subtitle 4">
            <a:extLst>
              <a:ext uri="{FF2B5EF4-FFF2-40B4-BE49-F238E27FC236}">
                <a16:creationId xmlns:a16="http://schemas.microsoft.com/office/drawing/2014/main" id="{F85CD386-4AE0-2DC3-59B7-3F3916E5F11E}"/>
              </a:ext>
            </a:extLst>
          </p:cNvPr>
          <p:cNvSpPr>
            <a:spLocks noGrp="1"/>
          </p:cNvSpPr>
          <p:nvPr>
            <p:ph type="subTitle" idx="1"/>
          </p:nvPr>
        </p:nvSpPr>
        <p:spPr>
          <a:xfrm>
            <a:off x="609600" y="3602038"/>
            <a:ext cx="10972800" cy="1655762"/>
          </a:xfrm>
        </p:spPr>
        <p:txBody>
          <a:bodyPr/>
          <a:lstStyle/>
          <a:p>
            <a:r>
              <a:rPr lang="en-US" dirty="0"/>
              <a:t>Tudor Coman      | Sr. Machine Learning Engineer, Agent Orchestrator</a:t>
            </a:r>
          </a:p>
          <a:p>
            <a:r>
              <a:rPr lang="en-US" dirty="0"/>
              <a:t>Ovidiu </a:t>
            </a:r>
            <a:r>
              <a:rPr lang="en-US" dirty="0" err="1"/>
              <a:t>Taraleșca</a:t>
            </a:r>
            <a:r>
              <a:rPr lang="en-US" dirty="0"/>
              <a:t> | Sr. Machine Learning Engineer, Agent Orchestrator</a:t>
            </a:r>
          </a:p>
        </p:txBody>
      </p:sp>
    </p:spTree>
    <p:extLst>
      <p:ext uri="{BB962C8B-B14F-4D97-AF65-F5344CB8AC3E}">
        <p14:creationId xmlns:p14="http://schemas.microsoft.com/office/powerpoint/2010/main" val="2878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93D9-989A-A1D0-A97F-D23EFA540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218B6-5BEA-780F-1954-AA2C041DBDB7}"/>
              </a:ext>
            </a:extLst>
          </p:cNvPr>
          <p:cNvSpPr>
            <a:spLocks noGrp="1"/>
          </p:cNvSpPr>
          <p:nvPr>
            <p:ph type="ctrTitle"/>
          </p:nvPr>
        </p:nvSpPr>
        <p:spPr>
          <a:xfrm>
            <a:off x="612648" y="265176"/>
            <a:ext cx="10972800" cy="950976"/>
          </a:xfrm>
        </p:spPr>
        <p:txBody>
          <a:bodyPr/>
          <a:lstStyle/>
          <a:p>
            <a:r>
              <a:rPr lang="en-US"/>
              <a:t>Agenda</a:t>
            </a:r>
          </a:p>
        </p:txBody>
      </p:sp>
      <p:graphicFrame>
        <p:nvGraphicFramePr>
          <p:cNvPr id="6" name="Table 6">
            <a:extLst>
              <a:ext uri="{FF2B5EF4-FFF2-40B4-BE49-F238E27FC236}">
                <a16:creationId xmlns:a16="http://schemas.microsoft.com/office/drawing/2014/main" id="{DC1A913D-9176-8D95-7B6C-8383AD3A845D}"/>
              </a:ext>
            </a:extLst>
          </p:cNvPr>
          <p:cNvGraphicFramePr>
            <a:graphicFrameLocks noGrp="1"/>
          </p:cNvGraphicFramePr>
          <p:nvPr>
            <p:ph type="tbl" sz="quarter" idx="10"/>
            <p:extLst>
              <p:ext uri="{D42A27DB-BD31-4B8C-83A1-F6EECF244321}">
                <p14:modId xmlns:p14="http://schemas.microsoft.com/office/powerpoint/2010/main" val="2720592652"/>
              </p:ext>
            </p:extLst>
          </p:nvPr>
        </p:nvGraphicFramePr>
        <p:xfrm>
          <a:off x="612650" y="2350226"/>
          <a:ext cx="10972798" cy="2157548"/>
        </p:xfrm>
        <a:graphic>
          <a:graphicData uri="http://schemas.openxmlformats.org/drawingml/2006/table">
            <a:tbl>
              <a:tblPr firstRow="1" bandRow="1">
                <a:tableStyleId>{5940675A-B579-460E-94D1-54222C63F5DA}</a:tableStyleId>
              </a:tblPr>
              <a:tblGrid>
                <a:gridCol w="3350300">
                  <a:extLst>
                    <a:ext uri="{9D8B030D-6E8A-4147-A177-3AD203B41FA5}">
                      <a16:colId xmlns:a16="http://schemas.microsoft.com/office/drawing/2014/main" val="4072726795"/>
                    </a:ext>
                  </a:extLst>
                </a:gridCol>
                <a:gridCol w="5037231">
                  <a:extLst>
                    <a:ext uri="{9D8B030D-6E8A-4147-A177-3AD203B41FA5}">
                      <a16:colId xmlns:a16="http://schemas.microsoft.com/office/drawing/2014/main" val="3905159293"/>
                    </a:ext>
                  </a:extLst>
                </a:gridCol>
                <a:gridCol w="2585267">
                  <a:extLst>
                    <a:ext uri="{9D8B030D-6E8A-4147-A177-3AD203B41FA5}">
                      <a16:colId xmlns:a16="http://schemas.microsoft.com/office/drawing/2014/main" val="1933190468"/>
                    </a:ext>
                  </a:extLst>
                </a:gridCol>
              </a:tblGrid>
              <a:tr h="539387">
                <a:tc>
                  <a:txBody>
                    <a:bodyPr/>
                    <a:lstStyle/>
                    <a:p>
                      <a:r>
                        <a:rPr lang="en-US" sz="1600" dirty="0">
                          <a:latin typeface="+mj-lt"/>
                        </a:rPr>
                        <a:t>Presenter</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Section</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a:latin typeface="+mj-lt"/>
                        </a:rPr>
                        <a:t>Time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dirty="0"/>
                        <a:t>Tudor &amp; Ovidiu</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Introductions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dirty="0"/>
                        <a:t>Tudor</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Claude Code Best Practices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r h="539387">
                <a:tc>
                  <a:txBody>
                    <a:bodyPr/>
                    <a:lstStyle/>
                    <a:p>
                      <a:r>
                        <a:rPr lang="en-US" sz="1800" dirty="0"/>
                        <a:t>Ovidiu</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Agent Orchestrator Ecosystem</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324942"/>
                  </a:ext>
                </a:extLst>
              </a:tr>
            </a:tbl>
          </a:graphicData>
        </a:graphic>
      </p:graphicFrame>
    </p:spTree>
    <p:extLst>
      <p:ext uri="{BB962C8B-B14F-4D97-AF65-F5344CB8AC3E}">
        <p14:creationId xmlns:p14="http://schemas.microsoft.com/office/powerpoint/2010/main" val="39707576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A186-55A6-E132-E649-8AFBD4900C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CE6E51-E97D-C3E9-DA09-3F3B4BFD4F81}"/>
              </a:ext>
            </a:extLst>
          </p:cNvPr>
          <p:cNvSpPr>
            <a:spLocks noGrp="1"/>
          </p:cNvSpPr>
          <p:nvPr>
            <p:ph type="title"/>
          </p:nvPr>
        </p:nvSpPr>
        <p:spPr>
          <a:xfrm>
            <a:off x="609600" y="2927645"/>
            <a:ext cx="10972800" cy="1002710"/>
          </a:xfrm>
        </p:spPr>
        <p:txBody>
          <a:bodyPr/>
          <a:lstStyle/>
          <a:p>
            <a:r>
              <a:rPr lang="en-US" dirty="0"/>
              <a:t>Claude Code</a:t>
            </a:r>
          </a:p>
        </p:txBody>
      </p:sp>
    </p:spTree>
    <p:extLst>
      <p:ext uri="{BB962C8B-B14F-4D97-AF65-F5344CB8AC3E}">
        <p14:creationId xmlns:p14="http://schemas.microsoft.com/office/powerpoint/2010/main" val="2988030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3B0D-E59D-8FDB-9E56-D97E49AC05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3CD14C-204B-C3FA-EDD9-B3BFD2628DD4}"/>
              </a:ext>
            </a:extLst>
          </p:cNvPr>
          <p:cNvSpPr>
            <a:spLocks noGrp="1"/>
          </p:cNvSpPr>
          <p:nvPr>
            <p:ph type="title"/>
          </p:nvPr>
        </p:nvSpPr>
        <p:spPr>
          <a:xfrm>
            <a:off x="609600" y="264085"/>
            <a:ext cx="10972800" cy="946389"/>
          </a:xfrm>
        </p:spPr>
        <p:txBody>
          <a:bodyPr/>
          <a:lstStyle/>
          <a:p>
            <a:r>
              <a:rPr lang="en-US" dirty="0"/>
              <a:t>What is Claude Code?</a:t>
            </a:r>
          </a:p>
        </p:txBody>
      </p:sp>
      <p:sp>
        <p:nvSpPr>
          <p:cNvPr id="4" name="Content Placeholder 3">
            <a:extLst>
              <a:ext uri="{FF2B5EF4-FFF2-40B4-BE49-F238E27FC236}">
                <a16:creationId xmlns:a16="http://schemas.microsoft.com/office/drawing/2014/main" id="{B51B5583-D5C0-6807-39C2-4C0300482887}"/>
              </a:ext>
            </a:extLst>
          </p:cNvPr>
          <p:cNvSpPr>
            <a:spLocks noGrp="1"/>
          </p:cNvSpPr>
          <p:nvPr>
            <p:ph idx="1"/>
          </p:nvPr>
        </p:nvSpPr>
        <p:spPr>
          <a:xfrm>
            <a:off x="609600" y="1334324"/>
            <a:ext cx="10972800" cy="4992624"/>
          </a:xfrm>
        </p:spPr>
        <p:txBody>
          <a:bodyPr/>
          <a:lstStyle/>
          <a:p>
            <a:r>
              <a:rPr lang="en-US" dirty="0"/>
              <a:t>The third generation of AI Coding tools, alongside Codex and Cursor</a:t>
            </a:r>
          </a:p>
          <a:p>
            <a:pPr lvl="1"/>
            <a:r>
              <a:rPr lang="en-US" dirty="0"/>
              <a:t>First Generation: Assistive (Copilot)</a:t>
            </a:r>
          </a:p>
          <a:p>
            <a:pPr lvl="1"/>
            <a:r>
              <a:rPr lang="en-US" dirty="0"/>
              <a:t>Second Generation: Conversational (Copilot Chat, earlier versions of Cursor)</a:t>
            </a:r>
          </a:p>
          <a:p>
            <a:pPr lvl="1"/>
            <a:r>
              <a:rPr lang="en-US" dirty="0"/>
              <a:t>Third Generation: Agentic</a:t>
            </a:r>
          </a:p>
          <a:p>
            <a:r>
              <a:rPr lang="en-US" dirty="0"/>
              <a:t>CLI tool developed by Anthropic to harness the maximum potential of their high-performance models such as Opus and Sonnet</a:t>
            </a:r>
          </a:p>
        </p:txBody>
      </p:sp>
    </p:spTree>
    <p:extLst>
      <p:ext uri="{BB962C8B-B14F-4D97-AF65-F5344CB8AC3E}">
        <p14:creationId xmlns:p14="http://schemas.microsoft.com/office/powerpoint/2010/main" val="351825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9090D-F53A-FF5E-3EDF-188499BA6D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D37A81-631B-76F8-9C63-469129D59660}"/>
              </a:ext>
            </a:extLst>
          </p:cNvPr>
          <p:cNvSpPr>
            <a:spLocks noGrp="1"/>
          </p:cNvSpPr>
          <p:nvPr>
            <p:ph type="title"/>
          </p:nvPr>
        </p:nvSpPr>
        <p:spPr>
          <a:xfrm>
            <a:off x="609600" y="264085"/>
            <a:ext cx="10972800" cy="946389"/>
          </a:xfrm>
        </p:spPr>
        <p:txBody>
          <a:bodyPr/>
          <a:lstStyle/>
          <a:p>
            <a:r>
              <a:rPr lang="en-US" dirty="0"/>
              <a:t>Tooling evolution</a:t>
            </a:r>
          </a:p>
        </p:txBody>
      </p:sp>
      <p:sp>
        <p:nvSpPr>
          <p:cNvPr id="4" name="Content Placeholder 3">
            <a:extLst>
              <a:ext uri="{FF2B5EF4-FFF2-40B4-BE49-F238E27FC236}">
                <a16:creationId xmlns:a16="http://schemas.microsoft.com/office/drawing/2014/main" id="{16C01A11-0767-3E76-12C6-553FEE9D4B85}"/>
              </a:ext>
            </a:extLst>
          </p:cNvPr>
          <p:cNvSpPr>
            <a:spLocks noGrp="1"/>
          </p:cNvSpPr>
          <p:nvPr>
            <p:ph idx="1"/>
          </p:nvPr>
        </p:nvSpPr>
        <p:spPr>
          <a:xfrm>
            <a:off x="609600" y="1334324"/>
            <a:ext cx="10972800" cy="4992624"/>
          </a:xfrm>
        </p:spPr>
        <p:txBody>
          <a:bodyPr/>
          <a:lstStyle/>
          <a:p>
            <a:r>
              <a:rPr lang="en-US" dirty="0"/>
              <a:t>Q: </a:t>
            </a:r>
            <a:r>
              <a:rPr lang="en-US" i="1" dirty="0"/>
              <a:t>What made the shift from conversational to agentic/autonomous coding tools possible?</a:t>
            </a:r>
          </a:p>
          <a:p>
            <a:r>
              <a:rPr lang="en-US" dirty="0"/>
              <a:t>Context window increases (4K -&gt; 100K -&gt; 1M tokens) </a:t>
            </a:r>
          </a:p>
          <a:p>
            <a:r>
              <a:rPr lang="en-US" dirty="0"/>
              <a:t>Release of Model Context Protocol (MCP) by Anthropic </a:t>
            </a:r>
          </a:p>
        </p:txBody>
      </p:sp>
    </p:spTree>
    <p:extLst>
      <p:ext uri="{BB962C8B-B14F-4D97-AF65-F5344CB8AC3E}">
        <p14:creationId xmlns:p14="http://schemas.microsoft.com/office/powerpoint/2010/main" val="309153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dirty="0"/>
              <a:t>Context Management</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a:xfrm>
            <a:off x="609600" y="1334324"/>
            <a:ext cx="4937760" cy="4992624"/>
          </a:xfrm>
        </p:spPr>
        <p:txBody>
          <a:bodyPr/>
          <a:lstStyle/>
          <a:p>
            <a:r>
              <a:rPr lang="en-US" b="1" dirty="0"/>
              <a:t>Before</a:t>
            </a:r>
          </a:p>
          <a:p>
            <a:r>
              <a:rPr lang="en-US" dirty="0"/>
              <a:t>RAG was a good solution for small context window models, by chunking and embedding the data for later retrieval, however…</a:t>
            </a:r>
          </a:p>
          <a:p>
            <a:r>
              <a:rPr lang="en-US" dirty="0"/>
              <a:t>Retrieval can miss important context</a:t>
            </a:r>
          </a:p>
          <a:p>
            <a:r>
              <a:rPr lang="en-US" dirty="0"/>
              <a:t>Chunking breaks structure</a:t>
            </a:r>
          </a:p>
          <a:p>
            <a:r>
              <a:rPr lang="en-US" dirty="0"/>
              <a:t>Extra complexity in terms of processing time &amp; infrastructure</a:t>
            </a:r>
          </a:p>
        </p:txBody>
      </p:sp>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a:xfrm>
            <a:off x="6644640" y="1334324"/>
            <a:ext cx="4937760" cy="4992624"/>
          </a:xfrm>
        </p:spPr>
        <p:txBody>
          <a:bodyPr/>
          <a:lstStyle/>
          <a:p>
            <a:r>
              <a:rPr lang="en-US" b="1" dirty="0"/>
              <a:t>Now</a:t>
            </a:r>
          </a:p>
          <a:p>
            <a:r>
              <a:rPr lang="en-US" dirty="0"/>
              <a:t>Models can directly process entire codebases and documents with a 1M context window</a:t>
            </a:r>
          </a:p>
          <a:p>
            <a:r>
              <a:rPr lang="en-US" dirty="0"/>
              <a:t>Instead of leaving the LLM the freedom to search the entire codebase and determine underlying patterns, both Codex and Claude support automatic context injection using markdown files (CLAUDE.MD)</a:t>
            </a:r>
          </a:p>
        </p:txBody>
      </p:sp>
    </p:spTree>
    <p:extLst>
      <p:ext uri="{BB962C8B-B14F-4D97-AF65-F5344CB8AC3E}">
        <p14:creationId xmlns:p14="http://schemas.microsoft.com/office/powerpoint/2010/main" val="63801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1CE2-86B5-2C49-76B0-678E034A7C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36511A2-6D5B-944B-2217-DC8B7F1D7C09}"/>
              </a:ext>
            </a:extLst>
          </p:cNvPr>
          <p:cNvSpPr>
            <a:spLocks noGrp="1"/>
          </p:cNvSpPr>
          <p:nvPr>
            <p:ph type="title"/>
          </p:nvPr>
        </p:nvSpPr>
        <p:spPr>
          <a:xfrm>
            <a:off x="609600" y="264085"/>
            <a:ext cx="10972800" cy="946389"/>
          </a:xfrm>
        </p:spPr>
        <p:txBody>
          <a:bodyPr/>
          <a:lstStyle/>
          <a:p>
            <a:r>
              <a:rPr lang="en-US" dirty="0"/>
              <a:t>Model Context Protocol</a:t>
            </a:r>
          </a:p>
        </p:txBody>
      </p:sp>
      <p:sp>
        <p:nvSpPr>
          <p:cNvPr id="4" name="Content Placeholder 3">
            <a:extLst>
              <a:ext uri="{FF2B5EF4-FFF2-40B4-BE49-F238E27FC236}">
                <a16:creationId xmlns:a16="http://schemas.microsoft.com/office/drawing/2014/main" id="{56B543FB-44C5-F683-2A2A-D8BEEA1FBB4E}"/>
              </a:ext>
            </a:extLst>
          </p:cNvPr>
          <p:cNvSpPr>
            <a:spLocks noGrp="1"/>
          </p:cNvSpPr>
          <p:nvPr>
            <p:ph idx="1"/>
          </p:nvPr>
        </p:nvSpPr>
        <p:spPr>
          <a:xfrm>
            <a:off x="609600" y="1334324"/>
            <a:ext cx="10972800" cy="4992624"/>
          </a:xfrm>
        </p:spPr>
        <p:txBody>
          <a:bodyPr/>
          <a:lstStyle/>
          <a:p>
            <a:r>
              <a:rPr lang="en-US" dirty="0"/>
              <a:t>A standard way for AI to connect to: codebases, APIs, DBs, tools (</a:t>
            </a:r>
            <a:r>
              <a:rPr lang="en-US" dirty="0" err="1"/>
              <a:t>Github</a:t>
            </a:r>
            <a:r>
              <a:rPr lang="en-US" dirty="0"/>
              <a:t>, CI, CLI etc.) </a:t>
            </a:r>
          </a:p>
          <a:p>
            <a:r>
              <a:rPr lang="en-US" dirty="0"/>
              <a:t>This enables agentic workflows, by reducing the need of manual orchestration by developers</a:t>
            </a:r>
          </a:p>
          <a:p>
            <a:r>
              <a:rPr lang="en-US" dirty="0"/>
              <a:t>Scenario: fixing a failing test</a:t>
            </a:r>
          </a:p>
          <a:p>
            <a:endParaRPr lang="en-US" dirty="0"/>
          </a:p>
        </p:txBody>
      </p:sp>
      <p:graphicFrame>
        <p:nvGraphicFramePr>
          <p:cNvPr id="5" name="Table 6">
            <a:extLst>
              <a:ext uri="{FF2B5EF4-FFF2-40B4-BE49-F238E27FC236}">
                <a16:creationId xmlns:a16="http://schemas.microsoft.com/office/drawing/2014/main" id="{7A9AD8CE-9619-EB4E-5DF6-004C343BFC65}"/>
              </a:ext>
            </a:extLst>
          </p:cNvPr>
          <p:cNvGraphicFramePr>
            <a:graphicFrameLocks/>
          </p:cNvGraphicFramePr>
          <p:nvPr>
            <p:extLst>
              <p:ext uri="{D42A27DB-BD31-4B8C-83A1-F6EECF244321}">
                <p14:modId xmlns:p14="http://schemas.microsoft.com/office/powerpoint/2010/main" val="1804692395"/>
              </p:ext>
            </p:extLst>
          </p:nvPr>
        </p:nvGraphicFramePr>
        <p:xfrm>
          <a:off x="1878171" y="2945650"/>
          <a:ext cx="8435657" cy="3035464"/>
        </p:xfrm>
        <a:graphic>
          <a:graphicData uri="http://schemas.openxmlformats.org/drawingml/2006/table">
            <a:tbl>
              <a:tblPr firstRow="1" bandRow="1">
                <a:tableStyleId>{5940675A-B579-460E-94D1-54222C63F5DA}</a:tableStyleId>
              </a:tblPr>
              <a:tblGrid>
                <a:gridCol w="4761463">
                  <a:extLst>
                    <a:ext uri="{9D8B030D-6E8A-4147-A177-3AD203B41FA5}">
                      <a16:colId xmlns:a16="http://schemas.microsoft.com/office/drawing/2014/main" val="4072726795"/>
                    </a:ext>
                  </a:extLst>
                </a:gridCol>
                <a:gridCol w="3674194">
                  <a:extLst>
                    <a:ext uri="{9D8B030D-6E8A-4147-A177-3AD203B41FA5}">
                      <a16:colId xmlns:a16="http://schemas.microsoft.com/office/drawing/2014/main" val="1933190468"/>
                    </a:ext>
                  </a:extLst>
                </a:gridCol>
              </a:tblGrid>
              <a:tr h="749488">
                <a:tc>
                  <a:txBody>
                    <a:bodyPr/>
                    <a:lstStyle/>
                    <a:p>
                      <a:r>
                        <a:rPr lang="en-US" sz="1600" dirty="0">
                          <a:latin typeface="+mj-lt"/>
                        </a:rPr>
                        <a:t>Without MCP</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With MCP</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749488">
                <a:tc>
                  <a:txBody>
                    <a:bodyPr/>
                    <a:lstStyle/>
                    <a:p>
                      <a:pPr marL="342900" indent="-342900">
                        <a:buAutoNum type="arabicPeriod"/>
                      </a:pPr>
                      <a:r>
                        <a:rPr lang="en-US" sz="1800" dirty="0"/>
                        <a:t>Check CI logs manually</a:t>
                      </a:r>
                    </a:p>
                    <a:p>
                      <a:pPr marL="342900" indent="-342900">
                        <a:buAutoNum type="arabicPeriod"/>
                      </a:pPr>
                      <a:r>
                        <a:rPr lang="en-US" sz="1800" dirty="0"/>
                        <a:t>Copy error into an LLM</a:t>
                      </a:r>
                    </a:p>
                    <a:p>
                      <a:pPr marL="342900" indent="-342900">
                        <a:buAutoNum type="arabicPeriod"/>
                      </a:pPr>
                      <a:r>
                        <a:rPr lang="en-US" sz="1800" dirty="0"/>
                        <a:t>AI suggests a fix</a:t>
                      </a:r>
                    </a:p>
                    <a:p>
                      <a:pPr marL="342900" indent="-342900">
                        <a:buAutoNum type="arabicPeriod"/>
                      </a:pPr>
                      <a:r>
                        <a:rPr lang="en-US" sz="1800" dirty="0"/>
                        <a:t>Edit the code manually</a:t>
                      </a:r>
                    </a:p>
                    <a:p>
                      <a:pPr marL="342900" indent="-342900">
                        <a:buAutoNum type="arabicPeriod"/>
                      </a:pPr>
                      <a:r>
                        <a:rPr lang="en-US" sz="1800" dirty="0"/>
                        <a:t>Validate the fix worked</a:t>
                      </a:r>
                    </a:p>
                    <a:p>
                      <a:pPr marL="342900" indent="-342900">
                        <a:buAutoNum type="arabicPeriod"/>
                      </a:pPr>
                      <a:r>
                        <a:rPr lang="en-US" sz="1800" dirty="0"/>
                        <a:t>If it didn’t, repeat</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342900" indent="-342900">
                        <a:buAutoNum type="arabicPeriod"/>
                      </a:pPr>
                      <a:r>
                        <a:rPr lang="en-US" sz="1800" dirty="0"/>
                        <a:t>The LLM can automatically execute the CI command and read the logs</a:t>
                      </a:r>
                    </a:p>
                    <a:p>
                      <a:pPr marL="342900" indent="-342900">
                        <a:buAutoNum type="arabicPeriod"/>
                      </a:pPr>
                      <a:r>
                        <a:rPr lang="en-US" sz="1800" dirty="0"/>
                        <a:t>Has access to all the relevant files</a:t>
                      </a:r>
                    </a:p>
                    <a:p>
                      <a:pPr marL="342900" indent="-342900">
                        <a:buAutoNum type="arabicPeriod"/>
                      </a:pPr>
                      <a:r>
                        <a:rPr lang="en-US" sz="1800" dirty="0"/>
                        <a:t>Identifies the failing test and the root cause</a:t>
                      </a:r>
                    </a:p>
                    <a:p>
                      <a:pPr marL="342900" indent="-342900">
                        <a:buAutoNum type="arabicPeriod"/>
                      </a:pPr>
                      <a:r>
                        <a:rPr lang="en-US" sz="1800" dirty="0"/>
                        <a:t>Makes the necessary edits and runs the code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bl>
          </a:graphicData>
        </a:graphic>
      </p:graphicFrame>
    </p:spTree>
    <p:extLst>
      <p:ext uri="{BB962C8B-B14F-4D97-AF65-F5344CB8AC3E}">
        <p14:creationId xmlns:p14="http://schemas.microsoft.com/office/powerpoint/2010/main" val="318865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383D0-9874-DC74-7008-D437620FCA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81FE10-7FDD-0C90-3D20-835D30FD1198}"/>
              </a:ext>
            </a:extLst>
          </p:cNvPr>
          <p:cNvSpPr>
            <a:spLocks noGrp="1"/>
          </p:cNvSpPr>
          <p:nvPr>
            <p:ph type="title"/>
          </p:nvPr>
        </p:nvSpPr>
        <p:spPr>
          <a:xfrm>
            <a:off x="609600" y="264085"/>
            <a:ext cx="10972800" cy="946389"/>
          </a:xfrm>
        </p:spPr>
        <p:txBody>
          <a:bodyPr/>
          <a:lstStyle/>
          <a:p>
            <a:r>
              <a:rPr lang="en-US" dirty="0"/>
              <a:t>And of course… the prompt!</a:t>
            </a:r>
          </a:p>
        </p:txBody>
      </p:sp>
      <p:sp>
        <p:nvSpPr>
          <p:cNvPr id="4" name="Content Placeholder 3">
            <a:extLst>
              <a:ext uri="{FF2B5EF4-FFF2-40B4-BE49-F238E27FC236}">
                <a16:creationId xmlns:a16="http://schemas.microsoft.com/office/drawing/2014/main" id="{59AF8480-2FC8-BD5F-27EE-61DCC08BCBE3}"/>
              </a:ext>
            </a:extLst>
          </p:cNvPr>
          <p:cNvSpPr>
            <a:spLocks noGrp="1"/>
          </p:cNvSpPr>
          <p:nvPr>
            <p:ph idx="1"/>
          </p:nvPr>
        </p:nvSpPr>
        <p:spPr>
          <a:xfrm>
            <a:off x="609600" y="1334324"/>
            <a:ext cx="10972800" cy="4992624"/>
          </a:xfrm>
        </p:spPr>
        <p:txBody>
          <a:bodyPr/>
          <a:lstStyle/>
          <a:p>
            <a:r>
              <a:rPr lang="en-US" dirty="0"/>
              <a:t>A bad prompt will never get you the desired result regardless of how much context and tooling you have in-place</a:t>
            </a:r>
          </a:p>
          <a:p>
            <a:r>
              <a:rPr lang="en-US" b="1" dirty="0"/>
              <a:t>What makes a prompt good? </a:t>
            </a:r>
          </a:p>
          <a:p>
            <a:r>
              <a:rPr lang="en-US" dirty="0"/>
              <a:t>Name the place where you want to make a change (filename, module etc.)</a:t>
            </a:r>
          </a:p>
          <a:p>
            <a:r>
              <a:rPr lang="en-US" dirty="0"/>
              <a:t>One scope at a time – never ask an LLM to make 10 different changes </a:t>
            </a:r>
          </a:p>
          <a:p>
            <a:r>
              <a:rPr lang="en-US" dirty="0"/>
              <a:t>Give a concrete example of the desired behavior after the change</a:t>
            </a:r>
          </a:p>
          <a:p>
            <a:r>
              <a:rPr lang="en-US" dirty="0"/>
              <a:t>(Optional) Point to existing code for reuse – this might be discoverable from the context but not always</a:t>
            </a:r>
          </a:p>
          <a:p>
            <a:endParaRPr lang="en-US" dirty="0"/>
          </a:p>
        </p:txBody>
      </p:sp>
    </p:spTree>
    <p:extLst>
      <p:ext uri="{BB962C8B-B14F-4D97-AF65-F5344CB8AC3E}">
        <p14:creationId xmlns:p14="http://schemas.microsoft.com/office/powerpoint/2010/main" val="331732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58718-38AB-076B-8825-7A7CAA92CEE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D9CE99-D66E-6160-74C8-FCE41E3DCED8}"/>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10F6E24F-03B6-7222-D544-0A2727264E67}"/>
              </a:ext>
            </a:extLst>
          </p:cNvPr>
          <p:cNvSpPr>
            <a:spLocks noGrp="1"/>
          </p:cNvSpPr>
          <p:nvPr>
            <p:ph type="body" sz="quarter" idx="15"/>
          </p:nvPr>
        </p:nvSpPr>
        <p:spPr>
          <a:xfrm>
            <a:off x="609600" y="1333500"/>
            <a:ext cx="10972800" cy="4191000"/>
          </a:xfrm>
        </p:spPr>
        <p:txBody>
          <a:bodyPr/>
          <a:lstStyle/>
          <a:p>
            <a:pPr marL="457200" lvl="1" indent="0">
              <a:buNone/>
            </a:pPr>
            <a:endParaRPr lang="en-US" dirty="0"/>
          </a:p>
          <a:p>
            <a:pPr lvl="1"/>
            <a:r>
              <a:rPr lang="en-US" dirty="0"/>
              <a:t>A good prompt</a:t>
            </a:r>
          </a:p>
        </p:txBody>
      </p:sp>
      <p:pic>
        <p:nvPicPr>
          <p:cNvPr id="4" name="Picture 3">
            <a:extLst>
              <a:ext uri="{FF2B5EF4-FFF2-40B4-BE49-F238E27FC236}">
                <a16:creationId xmlns:a16="http://schemas.microsoft.com/office/drawing/2014/main" id="{CF5388A1-9B14-5357-B4B1-8CC7030F3C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57" y="1922453"/>
            <a:ext cx="10696486" cy="1506547"/>
          </a:xfrm>
          <a:prstGeom prst="rect">
            <a:avLst/>
          </a:prstGeom>
        </p:spPr>
      </p:pic>
    </p:spTree>
    <p:extLst>
      <p:ext uri="{BB962C8B-B14F-4D97-AF65-F5344CB8AC3E}">
        <p14:creationId xmlns:p14="http://schemas.microsoft.com/office/powerpoint/2010/main" val="3692944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0FDBC-2DA1-441C-C59E-CDB4A37FBD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0E2A61-4FFA-79D4-080B-0DFCF8EF0EC3}"/>
              </a:ext>
            </a:extLst>
          </p:cNvPr>
          <p:cNvSpPr>
            <a:spLocks noGrp="1"/>
          </p:cNvSpPr>
          <p:nvPr>
            <p:ph type="title"/>
          </p:nvPr>
        </p:nvSpPr>
        <p:spPr>
          <a:xfrm>
            <a:off x="609600" y="264085"/>
            <a:ext cx="10972800" cy="946389"/>
          </a:xfrm>
        </p:spPr>
        <p:txBody>
          <a:bodyPr/>
          <a:lstStyle/>
          <a:p>
            <a:r>
              <a:rPr lang="en-US" dirty="0"/>
              <a:t>Taking prompts one step further</a:t>
            </a:r>
          </a:p>
        </p:txBody>
      </p:sp>
      <p:sp>
        <p:nvSpPr>
          <p:cNvPr id="4" name="Content Placeholder 3">
            <a:extLst>
              <a:ext uri="{FF2B5EF4-FFF2-40B4-BE49-F238E27FC236}">
                <a16:creationId xmlns:a16="http://schemas.microsoft.com/office/drawing/2014/main" id="{9F4B0FEB-131A-C8D5-EAE8-1158A525A830}"/>
              </a:ext>
            </a:extLst>
          </p:cNvPr>
          <p:cNvSpPr>
            <a:spLocks noGrp="1"/>
          </p:cNvSpPr>
          <p:nvPr>
            <p:ph idx="1"/>
          </p:nvPr>
        </p:nvSpPr>
        <p:spPr>
          <a:xfrm>
            <a:off x="609600" y="1334324"/>
            <a:ext cx="10972800" cy="4992624"/>
          </a:xfrm>
        </p:spPr>
        <p:txBody>
          <a:bodyPr/>
          <a:lstStyle/>
          <a:p>
            <a:r>
              <a:rPr lang="en-US" dirty="0"/>
              <a:t>The Anthropic team figured out many developers use the same prompts over and over again</a:t>
            </a:r>
          </a:p>
          <a:p>
            <a:r>
              <a:rPr lang="en-US" dirty="0"/>
              <a:t>For this reason, they added a special feature to Claude Code: </a:t>
            </a:r>
            <a:r>
              <a:rPr lang="en-US" b="1" dirty="0"/>
              <a:t>skills</a:t>
            </a:r>
          </a:p>
          <a:p>
            <a:r>
              <a:rPr lang="en-US" b="1" dirty="0"/>
              <a:t>Skills</a:t>
            </a:r>
            <a:r>
              <a:rPr lang="en-US" dirty="0"/>
              <a:t> = frequently used prompts stored in .</a:t>
            </a:r>
            <a:r>
              <a:rPr lang="en-US" dirty="0" err="1"/>
              <a:t>claude</a:t>
            </a:r>
            <a:r>
              <a:rPr lang="en-US" dirty="0"/>
              <a:t> inside your project and ran as commands inside Claude Code</a:t>
            </a:r>
          </a:p>
          <a:p>
            <a:endParaRPr lang="en-US" dirty="0"/>
          </a:p>
        </p:txBody>
      </p:sp>
    </p:spTree>
    <p:extLst>
      <p:ext uri="{BB962C8B-B14F-4D97-AF65-F5344CB8AC3E}">
        <p14:creationId xmlns:p14="http://schemas.microsoft.com/office/powerpoint/2010/main" val="71607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A5C54-AEAC-DE49-2A70-CC410837026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AE8EAB-B3B8-0A23-FC24-84E900F6C0D5}"/>
              </a:ext>
            </a:extLst>
          </p:cNvPr>
          <p:cNvSpPr>
            <a:spLocks noGrp="1"/>
          </p:cNvSpPr>
          <p:nvPr>
            <p:ph type="title"/>
          </p:nvPr>
        </p:nvSpPr>
        <p:spPr>
          <a:xfrm>
            <a:off x="609600" y="264085"/>
            <a:ext cx="10972800" cy="946389"/>
          </a:xfrm>
        </p:spPr>
        <p:txBody>
          <a:bodyPr/>
          <a:lstStyle/>
          <a:p>
            <a:r>
              <a:rPr lang="en-US" dirty="0"/>
              <a:t>Summing things up</a:t>
            </a:r>
          </a:p>
        </p:txBody>
      </p:sp>
      <p:sp>
        <p:nvSpPr>
          <p:cNvPr id="4" name="Content Placeholder 3">
            <a:extLst>
              <a:ext uri="{FF2B5EF4-FFF2-40B4-BE49-F238E27FC236}">
                <a16:creationId xmlns:a16="http://schemas.microsoft.com/office/drawing/2014/main" id="{DBE38CA5-DB23-72BD-A944-4C9AB1803DEE}"/>
              </a:ext>
            </a:extLst>
          </p:cNvPr>
          <p:cNvSpPr>
            <a:spLocks noGrp="1"/>
          </p:cNvSpPr>
          <p:nvPr>
            <p:ph idx="1"/>
          </p:nvPr>
        </p:nvSpPr>
        <p:spPr>
          <a:xfrm>
            <a:off x="609600" y="1334324"/>
            <a:ext cx="10972800" cy="4992624"/>
          </a:xfrm>
        </p:spPr>
        <p:txBody>
          <a:bodyPr/>
          <a:lstStyle/>
          <a:p>
            <a:r>
              <a:rPr lang="en-US" dirty="0"/>
              <a:t>Agentic AI is now a full-time resident in the software development lifecycle</a:t>
            </a:r>
          </a:p>
          <a:p>
            <a:r>
              <a:rPr lang="en-US" dirty="0"/>
              <a:t>Now that we have capable LLMs, leverage this by maximizing the context given to your AI tools</a:t>
            </a:r>
          </a:p>
          <a:p>
            <a:r>
              <a:rPr lang="en-US" dirty="0"/>
              <a:t>Take this a step further by connecting your tools to MCP servers for unlocking more context</a:t>
            </a:r>
          </a:p>
          <a:p>
            <a:r>
              <a:rPr lang="en-US" dirty="0"/>
              <a:t>Last but not least, work on your prompts! And use your most common used prompts as skills</a:t>
            </a:r>
          </a:p>
        </p:txBody>
      </p:sp>
    </p:spTree>
    <p:extLst>
      <p:ext uri="{BB962C8B-B14F-4D97-AF65-F5344CB8AC3E}">
        <p14:creationId xmlns:p14="http://schemas.microsoft.com/office/powerpoint/2010/main" val="144375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11925-3D2E-5000-E868-D744196F40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4A2427-D532-CCEF-7105-084E8C066F60}"/>
              </a:ext>
            </a:extLst>
          </p:cNvPr>
          <p:cNvSpPr>
            <a:spLocks noGrp="1"/>
          </p:cNvSpPr>
          <p:nvPr>
            <p:ph type="title"/>
          </p:nvPr>
        </p:nvSpPr>
        <p:spPr>
          <a:xfrm>
            <a:off x="609600" y="2927645"/>
            <a:ext cx="10972800" cy="1002710"/>
          </a:xfrm>
        </p:spPr>
        <p:txBody>
          <a:bodyPr/>
          <a:lstStyle/>
          <a:p>
            <a:r>
              <a:rPr lang="en-US" b="0" dirty="0">
                <a:latin typeface="Adobe Clean" panose="020B0503020404020204" pitchFamily="34" charset="0"/>
              </a:rPr>
              <a:t>Claude Code in Action</a:t>
            </a:r>
          </a:p>
        </p:txBody>
      </p:sp>
    </p:spTree>
    <p:extLst>
      <p:ext uri="{BB962C8B-B14F-4D97-AF65-F5344CB8AC3E}">
        <p14:creationId xmlns:p14="http://schemas.microsoft.com/office/powerpoint/2010/main" val="2747121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D7279-BB3C-4C90-62EE-98AB177C44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A9B4C1-A339-66E2-3472-FB96F65085E6}"/>
              </a:ext>
            </a:extLst>
          </p:cNvPr>
          <p:cNvSpPr>
            <a:spLocks noGrp="1"/>
          </p:cNvSpPr>
          <p:nvPr>
            <p:ph type="title"/>
          </p:nvPr>
        </p:nvSpPr>
        <p:spPr>
          <a:xfrm>
            <a:off x="609600" y="2927645"/>
            <a:ext cx="10972800" cy="1002710"/>
          </a:xfrm>
        </p:spPr>
        <p:txBody>
          <a:bodyPr/>
          <a:lstStyle/>
          <a:p>
            <a:r>
              <a:rPr lang="en-US" dirty="0"/>
              <a:t>Agent Orchestrator</a:t>
            </a:r>
          </a:p>
        </p:txBody>
      </p:sp>
    </p:spTree>
    <p:extLst>
      <p:ext uri="{BB962C8B-B14F-4D97-AF65-F5344CB8AC3E}">
        <p14:creationId xmlns:p14="http://schemas.microsoft.com/office/powerpoint/2010/main" val="270016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0000"/>
                </a:solidFill>
                <a:latin typeface="Adobe Clean"/>
              </a:rPr>
              <a:t>What is ”Enterprise SaaS”?</a:t>
            </a:r>
            <a:endParaRPr sz="3600" b="1" dirty="0">
              <a:solidFill>
                <a:srgbClr val="000000"/>
              </a:solidFill>
              <a:latin typeface="Adobe Clean"/>
            </a:endParaRPr>
          </a:p>
        </p:txBody>
      </p:sp>
      <p:sp>
        <p:nvSpPr>
          <p:cNvPr id="3" name="Content Placeholder 2"/>
          <p:cNvSpPr>
            <a:spLocks noGrp="1"/>
          </p:cNvSpPr>
          <p:nvPr>
            <p:ph idx="1"/>
          </p:nvPr>
        </p:nvSpPr>
        <p:spPr/>
        <p:txBody>
          <a:bodyPr/>
          <a:lstStyle/>
          <a:p>
            <a:pPr>
              <a:spcAft>
                <a:spcPts val="600"/>
              </a:spcAft>
            </a:pPr>
            <a:r>
              <a:rPr lang="en-US" dirty="0">
                <a:solidFill>
                  <a:srgbClr val="000000"/>
                </a:solidFill>
                <a:latin typeface="Adobe Clean"/>
              </a:rPr>
              <a:t>Think Photoshop-level complexity software, with Enterprise customers data.</a:t>
            </a:r>
            <a:endParaRPr b="0" dirty="0">
              <a:solidFill>
                <a:srgbClr val="000000"/>
              </a:solidFill>
              <a:latin typeface="Adobe Clean"/>
            </a:endParaRPr>
          </a:p>
        </p:txBody>
      </p:sp>
      <p:pic>
        <p:nvPicPr>
          <p:cNvPr id="4" name="Picture 3">
            <a:extLst>
              <a:ext uri="{FF2B5EF4-FFF2-40B4-BE49-F238E27FC236}">
                <a16:creationId xmlns:a16="http://schemas.microsoft.com/office/drawing/2014/main" id="{EA9D2334-6023-FC1B-D760-EB296EE58D14}"/>
              </a:ext>
            </a:extLst>
          </p:cNvPr>
          <p:cNvPicPr>
            <a:picLocks noChangeAspect="1"/>
          </p:cNvPicPr>
          <p:nvPr/>
        </p:nvPicPr>
        <p:blipFill>
          <a:blip r:embed="rId2"/>
          <a:stretch>
            <a:fillRect/>
          </a:stretch>
        </p:blipFill>
        <p:spPr>
          <a:xfrm>
            <a:off x="2209800" y="1921223"/>
            <a:ext cx="7772400" cy="4048125"/>
          </a:xfrm>
          <a:prstGeom prst="rect">
            <a:avLst/>
          </a:prstGeom>
        </p:spPr>
      </p:pic>
      <p:sp>
        <p:nvSpPr>
          <p:cNvPr id="5" name="Rectangle 4">
            <a:extLst>
              <a:ext uri="{FF2B5EF4-FFF2-40B4-BE49-F238E27FC236}">
                <a16:creationId xmlns:a16="http://schemas.microsoft.com/office/drawing/2014/main" id="{AF091AC5-5EFC-1384-781B-A471DF3A5B9D}"/>
              </a:ext>
            </a:extLst>
          </p:cNvPr>
          <p:cNvSpPr/>
          <p:nvPr/>
        </p:nvSpPr>
        <p:spPr>
          <a:xfrm>
            <a:off x="3948545" y="3830636"/>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
        <p:nvSpPr>
          <p:cNvPr id="6" name="Rectangle 5">
            <a:extLst>
              <a:ext uri="{FF2B5EF4-FFF2-40B4-BE49-F238E27FC236}">
                <a16:creationId xmlns:a16="http://schemas.microsoft.com/office/drawing/2014/main" id="{0807741B-0523-54E9-B2A2-81A2B488273D}"/>
              </a:ext>
            </a:extLst>
          </p:cNvPr>
          <p:cNvSpPr/>
          <p:nvPr/>
        </p:nvSpPr>
        <p:spPr>
          <a:xfrm>
            <a:off x="5838305" y="3912034"/>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
        <p:nvSpPr>
          <p:cNvPr id="7" name="Rectangle 6">
            <a:extLst>
              <a:ext uri="{FF2B5EF4-FFF2-40B4-BE49-F238E27FC236}">
                <a16:creationId xmlns:a16="http://schemas.microsoft.com/office/drawing/2014/main" id="{1D76651B-D8EA-FCF9-1539-D6173746286C}"/>
              </a:ext>
            </a:extLst>
          </p:cNvPr>
          <p:cNvSpPr/>
          <p:nvPr/>
        </p:nvSpPr>
        <p:spPr>
          <a:xfrm>
            <a:off x="7707283" y="3830636"/>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
        <p:nvSpPr>
          <p:cNvPr id="8" name="Rectangle 7">
            <a:extLst>
              <a:ext uri="{FF2B5EF4-FFF2-40B4-BE49-F238E27FC236}">
                <a16:creationId xmlns:a16="http://schemas.microsoft.com/office/drawing/2014/main" id="{3DED5059-7CD5-B091-4B61-6E8021490A5C}"/>
              </a:ext>
            </a:extLst>
          </p:cNvPr>
          <p:cNvSpPr/>
          <p:nvPr/>
        </p:nvSpPr>
        <p:spPr>
          <a:xfrm>
            <a:off x="3948545" y="4899992"/>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
        <p:nvSpPr>
          <p:cNvPr id="9" name="Rectangle 8">
            <a:extLst>
              <a:ext uri="{FF2B5EF4-FFF2-40B4-BE49-F238E27FC236}">
                <a16:creationId xmlns:a16="http://schemas.microsoft.com/office/drawing/2014/main" id="{9320F174-ED88-CDA2-4DEE-2AFCB26A75DB}"/>
              </a:ext>
            </a:extLst>
          </p:cNvPr>
          <p:cNvSpPr/>
          <p:nvPr/>
        </p:nvSpPr>
        <p:spPr>
          <a:xfrm>
            <a:off x="5838305" y="4940691"/>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
        <p:nvSpPr>
          <p:cNvPr id="10" name="Rectangle 9">
            <a:extLst>
              <a:ext uri="{FF2B5EF4-FFF2-40B4-BE49-F238E27FC236}">
                <a16:creationId xmlns:a16="http://schemas.microsoft.com/office/drawing/2014/main" id="{4EDDD21E-0FF3-F1B2-8863-3D88A294D045}"/>
              </a:ext>
            </a:extLst>
          </p:cNvPr>
          <p:cNvSpPr/>
          <p:nvPr/>
        </p:nvSpPr>
        <p:spPr>
          <a:xfrm>
            <a:off x="7707283" y="5004109"/>
            <a:ext cx="839586" cy="2342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821D-8C8C-DF65-1EBF-3977E249D87E}"/>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2D54F91F-504E-A5B4-A09E-DD88058C1966}"/>
              </a:ext>
            </a:extLst>
          </p:cNvPr>
          <p:cNvGrpSpPr/>
          <p:nvPr/>
        </p:nvGrpSpPr>
        <p:grpSpPr>
          <a:xfrm>
            <a:off x="831791" y="4407137"/>
            <a:ext cx="4965192" cy="1671729"/>
            <a:chOff x="5862414" y="4463967"/>
            <a:chExt cx="4965192" cy="1671729"/>
          </a:xfrm>
        </p:grpSpPr>
        <p:sp>
          <p:nvSpPr>
            <p:cNvPr id="5" name="Rounded Rectangle 4">
              <a:extLst>
                <a:ext uri="{FF2B5EF4-FFF2-40B4-BE49-F238E27FC236}">
                  <a16:creationId xmlns:a16="http://schemas.microsoft.com/office/drawing/2014/main" id="{BF27913D-607B-AF40-77AD-00C8953B2B02}"/>
                </a:ext>
              </a:extLst>
            </p:cNvPr>
            <p:cNvSpPr/>
            <p:nvPr/>
          </p:nvSpPr>
          <p:spPr>
            <a:xfrm>
              <a:off x="5862414" y="4463967"/>
              <a:ext cx="4965192" cy="1671729"/>
            </a:xfrm>
            <a:prstGeom prst="roundRect">
              <a:avLst>
                <a:gd name="adj" fmla="val 4345"/>
              </a:avLst>
            </a:prstGeom>
            <a:ln w="19050" cap="flat">
              <a:prstDash val="sysDot"/>
            </a:ln>
          </p:spPr>
          <p:style>
            <a:lnRef idx="2">
              <a:schemeClr val="dk1"/>
            </a:lnRef>
            <a:fillRef idx="1">
              <a:schemeClr val="lt1"/>
            </a:fillRef>
            <a:effectRef idx="0">
              <a:schemeClr val="dk1"/>
            </a:effectRef>
            <a:fontRef idx="minor">
              <a:schemeClr val="dk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Cloud Services</a:t>
              </a:r>
            </a:p>
          </p:txBody>
        </p:sp>
        <p:pic>
          <p:nvPicPr>
            <p:cNvPr id="6" name="Graphic 5" descr="cloud icon">
              <a:extLst>
                <a:ext uri="{FF2B5EF4-FFF2-40B4-BE49-F238E27FC236}">
                  <a16:creationId xmlns:a16="http://schemas.microsoft.com/office/drawing/2014/main" id="{3B5C9F9F-EBD7-9CEB-773D-D06BC137C2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15101" y="5834164"/>
              <a:ext cx="274320" cy="274320"/>
            </a:xfrm>
            <a:prstGeom prst="rect">
              <a:avLst/>
            </a:prstGeom>
          </p:spPr>
        </p:pic>
      </p:grpSp>
      <p:sp>
        <p:nvSpPr>
          <p:cNvPr id="2" name="Title 1">
            <a:extLst>
              <a:ext uri="{FF2B5EF4-FFF2-40B4-BE49-F238E27FC236}">
                <a16:creationId xmlns:a16="http://schemas.microsoft.com/office/drawing/2014/main" id="{45BCC79E-0F37-52B5-AC87-5041E53FA79A}"/>
              </a:ext>
            </a:extLst>
          </p:cNvPr>
          <p:cNvSpPr>
            <a:spLocks noGrp="1"/>
          </p:cNvSpPr>
          <p:nvPr>
            <p:ph type="title"/>
          </p:nvPr>
        </p:nvSpPr>
        <p:spPr/>
        <p:txBody>
          <a:bodyPr/>
          <a:lstStyle/>
          <a:p>
            <a:r>
              <a:rPr lang="en-US" sz="2400" dirty="0">
                <a:latin typeface="+mn-lt"/>
              </a:rPr>
              <a:t>Today’s Enterprise SaaS Stack in Adobe</a:t>
            </a:r>
          </a:p>
        </p:txBody>
      </p:sp>
      <p:sp>
        <p:nvSpPr>
          <p:cNvPr id="3" name="Picture Placeholder 2">
            <a:extLst>
              <a:ext uri="{FF2B5EF4-FFF2-40B4-BE49-F238E27FC236}">
                <a16:creationId xmlns:a16="http://schemas.microsoft.com/office/drawing/2014/main" id="{5370D4DE-A2CC-E859-F594-EC5E44B7BF82}"/>
              </a:ext>
            </a:extLst>
          </p:cNvPr>
          <p:cNvSpPr>
            <a:spLocks noGrp="1"/>
          </p:cNvSpPr>
          <p:nvPr>
            <p:ph type="pic" sz="quarter" idx="10"/>
          </p:nvPr>
        </p:nvSpPr>
        <p:spPr>
          <a:xfrm>
            <a:off x="6288832" y="1554480"/>
            <a:ext cx="4329405" cy="4572000"/>
          </a:xfrm>
        </p:spPr>
        <p:txBody>
          <a:bodyPr/>
          <a:lstStyle/>
          <a:p>
            <a:pPr marL="0" indent="0">
              <a:buNone/>
            </a:pPr>
            <a:r>
              <a:rPr lang="en-US" dirty="0"/>
              <a:t>Challenges:</a:t>
            </a:r>
          </a:p>
          <a:p>
            <a:r>
              <a:rPr lang="en-US" dirty="0">
                <a:highlight>
                  <a:srgbClr val="D8E0FE"/>
                </a:highlight>
              </a:rPr>
              <a:t>Extensive product and domain knowledge required </a:t>
            </a:r>
            <a:r>
              <a:rPr lang="en-US" dirty="0"/>
              <a:t>to operate SaaS; Consulting often needed.</a:t>
            </a:r>
          </a:p>
          <a:p>
            <a:r>
              <a:rPr lang="en-US" dirty="0"/>
              <a:t>Additionally, </a:t>
            </a:r>
            <a:r>
              <a:rPr lang="en-US" dirty="0">
                <a:highlight>
                  <a:srgbClr val="FFCCC8"/>
                </a:highlight>
              </a:rPr>
              <a:t>Customer organizational knowledge and context required</a:t>
            </a:r>
            <a:r>
              <a:rPr lang="en-US" dirty="0"/>
              <a:t> for successful outcomes. </a:t>
            </a:r>
          </a:p>
          <a:p>
            <a:r>
              <a:rPr lang="en-US" dirty="0"/>
              <a:t>Multiple UI experiences and </a:t>
            </a:r>
            <a:r>
              <a:rPr lang="en-US" dirty="0">
                <a:highlight>
                  <a:srgbClr val="FFEDCF"/>
                </a:highlight>
              </a:rPr>
              <a:t>siloed workflows</a:t>
            </a:r>
          </a:p>
          <a:p>
            <a:endParaRPr lang="en-US" dirty="0"/>
          </a:p>
        </p:txBody>
      </p:sp>
      <p:sp>
        <p:nvSpPr>
          <p:cNvPr id="35" name="Rounded Rectangle 34">
            <a:extLst>
              <a:ext uri="{FF2B5EF4-FFF2-40B4-BE49-F238E27FC236}">
                <a16:creationId xmlns:a16="http://schemas.microsoft.com/office/drawing/2014/main" id="{7CDE07B1-F24A-11DA-27E4-66330A13BB06}"/>
              </a:ext>
            </a:extLst>
          </p:cNvPr>
          <p:cNvSpPr/>
          <p:nvPr/>
        </p:nvSpPr>
        <p:spPr>
          <a:xfrm>
            <a:off x="888761" y="4490321"/>
            <a:ext cx="2119359" cy="412088"/>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dobe Clean"/>
                <a:ea typeface="+mn-ea"/>
                <a:cs typeface="+mn-cs"/>
              </a:rPr>
              <a:t>Compute</a:t>
            </a:r>
          </a:p>
        </p:txBody>
      </p:sp>
      <p:sp>
        <p:nvSpPr>
          <p:cNvPr id="36" name="Rounded Rectangle 35">
            <a:extLst>
              <a:ext uri="{FF2B5EF4-FFF2-40B4-BE49-F238E27FC236}">
                <a16:creationId xmlns:a16="http://schemas.microsoft.com/office/drawing/2014/main" id="{A341320F-F44D-A611-9045-40273D869B6D}"/>
              </a:ext>
            </a:extLst>
          </p:cNvPr>
          <p:cNvSpPr/>
          <p:nvPr/>
        </p:nvSpPr>
        <p:spPr>
          <a:xfrm>
            <a:off x="3102124" y="4484304"/>
            <a:ext cx="2621995" cy="412088"/>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dobe Clean"/>
                <a:ea typeface="+mn-ea"/>
                <a:cs typeface="+mn-cs"/>
              </a:rPr>
              <a:t>Governance, Security, Privacy</a:t>
            </a:r>
          </a:p>
        </p:txBody>
      </p:sp>
      <p:sp>
        <p:nvSpPr>
          <p:cNvPr id="37" name="Rounded Rectangle 36">
            <a:extLst>
              <a:ext uri="{FF2B5EF4-FFF2-40B4-BE49-F238E27FC236}">
                <a16:creationId xmlns:a16="http://schemas.microsoft.com/office/drawing/2014/main" id="{00B50341-F02B-741F-D7BF-4033196D20F0}"/>
              </a:ext>
            </a:extLst>
          </p:cNvPr>
          <p:cNvSpPr/>
          <p:nvPr/>
        </p:nvSpPr>
        <p:spPr>
          <a:xfrm>
            <a:off x="823245" y="3770700"/>
            <a:ext cx="4970803" cy="548822"/>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APIs</a:t>
            </a:r>
          </a:p>
        </p:txBody>
      </p:sp>
      <p:sp>
        <p:nvSpPr>
          <p:cNvPr id="38" name="Rounded Rectangle 37">
            <a:extLst>
              <a:ext uri="{FF2B5EF4-FFF2-40B4-BE49-F238E27FC236}">
                <a16:creationId xmlns:a16="http://schemas.microsoft.com/office/drawing/2014/main" id="{F71729D3-C8CA-7CEA-3CED-0C7FF6C1A96E}"/>
              </a:ext>
            </a:extLst>
          </p:cNvPr>
          <p:cNvSpPr/>
          <p:nvPr/>
        </p:nvSpPr>
        <p:spPr>
          <a:xfrm>
            <a:off x="823246" y="2757688"/>
            <a:ext cx="1911410" cy="548822"/>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UI</a:t>
            </a:r>
          </a:p>
        </p:txBody>
      </p:sp>
      <p:sp>
        <p:nvSpPr>
          <p:cNvPr id="39" name="Rounded Rectangle 38">
            <a:extLst>
              <a:ext uri="{FF2B5EF4-FFF2-40B4-BE49-F238E27FC236}">
                <a16:creationId xmlns:a16="http://schemas.microsoft.com/office/drawing/2014/main" id="{202D9929-4EC6-BD29-9712-9137C3F73A67}"/>
              </a:ext>
            </a:extLst>
          </p:cNvPr>
          <p:cNvSpPr/>
          <p:nvPr/>
        </p:nvSpPr>
        <p:spPr>
          <a:xfrm>
            <a:off x="2831509" y="2757688"/>
            <a:ext cx="1373023" cy="548822"/>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UI</a:t>
            </a:r>
          </a:p>
        </p:txBody>
      </p:sp>
      <p:sp>
        <p:nvSpPr>
          <p:cNvPr id="40" name="Rounded Rectangle 39">
            <a:extLst>
              <a:ext uri="{FF2B5EF4-FFF2-40B4-BE49-F238E27FC236}">
                <a16:creationId xmlns:a16="http://schemas.microsoft.com/office/drawing/2014/main" id="{15642393-0D0E-3CF7-6B49-BC021FBFB440}"/>
              </a:ext>
            </a:extLst>
          </p:cNvPr>
          <p:cNvSpPr/>
          <p:nvPr/>
        </p:nvSpPr>
        <p:spPr>
          <a:xfrm>
            <a:off x="4301385" y="2757688"/>
            <a:ext cx="1492663" cy="548822"/>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UI</a:t>
            </a:r>
          </a:p>
        </p:txBody>
      </p:sp>
      <p:pic>
        <p:nvPicPr>
          <p:cNvPr id="41" name="Graphic 40" descr="team icon">
            <a:extLst>
              <a:ext uri="{FF2B5EF4-FFF2-40B4-BE49-F238E27FC236}">
                <a16:creationId xmlns:a16="http://schemas.microsoft.com/office/drawing/2014/main" id="{75C1726E-AC4E-2B50-ECDD-BC7F3A1FFF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70396" y="1915279"/>
            <a:ext cx="441183" cy="441183"/>
          </a:xfrm>
          <a:prstGeom prst="rect">
            <a:avLst/>
          </a:prstGeom>
        </p:spPr>
      </p:pic>
      <p:grpSp>
        <p:nvGrpSpPr>
          <p:cNvPr id="42" name="Group 41">
            <a:extLst>
              <a:ext uri="{FF2B5EF4-FFF2-40B4-BE49-F238E27FC236}">
                <a16:creationId xmlns:a16="http://schemas.microsoft.com/office/drawing/2014/main" id="{F5F5D215-1C55-F2AB-1E49-F40229214D3A}"/>
              </a:ext>
            </a:extLst>
          </p:cNvPr>
          <p:cNvGrpSpPr/>
          <p:nvPr/>
        </p:nvGrpSpPr>
        <p:grpSpPr>
          <a:xfrm>
            <a:off x="2797325" y="4984218"/>
            <a:ext cx="1304658" cy="726393"/>
            <a:chOff x="2797325" y="4383992"/>
            <a:chExt cx="1304658" cy="726393"/>
          </a:xfrm>
        </p:grpSpPr>
        <p:sp>
          <p:nvSpPr>
            <p:cNvPr id="61" name="Rounded Rectangle 60">
              <a:extLst>
                <a:ext uri="{FF2B5EF4-FFF2-40B4-BE49-F238E27FC236}">
                  <a16:creationId xmlns:a16="http://schemas.microsoft.com/office/drawing/2014/main" id="{86C10ABE-F4F1-4236-45D2-1286D2D4AC23}"/>
                </a:ext>
              </a:extLst>
            </p:cNvPr>
            <p:cNvSpPr/>
            <p:nvPr/>
          </p:nvSpPr>
          <p:spPr>
            <a:xfrm>
              <a:off x="2797325" y="4383992"/>
              <a:ext cx="1304658"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Pipelines</a:t>
              </a:r>
            </a:p>
          </p:txBody>
        </p:sp>
        <p:pic>
          <p:nvPicPr>
            <p:cNvPr id="62" name="Graphic 61" descr="database icon">
              <a:extLst>
                <a:ext uri="{FF2B5EF4-FFF2-40B4-BE49-F238E27FC236}">
                  <a16:creationId xmlns:a16="http://schemas.microsoft.com/office/drawing/2014/main" id="{9A79E42A-E76B-5CBC-56E6-3243E611CC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27663" y="4836065"/>
              <a:ext cx="274320" cy="274320"/>
            </a:xfrm>
            <a:prstGeom prst="rect">
              <a:avLst/>
            </a:prstGeom>
          </p:spPr>
        </p:pic>
      </p:grpSp>
      <p:grpSp>
        <p:nvGrpSpPr>
          <p:cNvPr id="43" name="Group 42">
            <a:extLst>
              <a:ext uri="{FF2B5EF4-FFF2-40B4-BE49-F238E27FC236}">
                <a16:creationId xmlns:a16="http://schemas.microsoft.com/office/drawing/2014/main" id="{AE84353C-C710-91C4-D7A1-2C1CCE1DC200}"/>
              </a:ext>
            </a:extLst>
          </p:cNvPr>
          <p:cNvGrpSpPr/>
          <p:nvPr/>
        </p:nvGrpSpPr>
        <p:grpSpPr>
          <a:xfrm>
            <a:off x="4170350" y="4984218"/>
            <a:ext cx="1553770" cy="726393"/>
            <a:chOff x="4170350" y="4383992"/>
            <a:chExt cx="1553770" cy="726393"/>
          </a:xfrm>
        </p:grpSpPr>
        <p:sp>
          <p:nvSpPr>
            <p:cNvPr id="59" name="Rounded Rectangle 58">
              <a:extLst>
                <a:ext uri="{FF2B5EF4-FFF2-40B4-BE49-F238E27FC236}">
                  <a16:creationId xmlns:a16="http://schemas.microsoft.com/office/drawing/2014/main" id="{15E3739E-9570-98EC-6C43-6E3AF45D6444}"/>
                </a:ext>
              </a:extLst>
            </p:cNvPr>
            <p:cNvSpPr/>
            <p:nvPr/>
          </p:nvSpPr>
          <p:spPr>
            <a:xfrm>
              <a:off x="4170350" y="4383992"/>
              <a:ext cx="1553770"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Databases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obe Clean"/>
                  <a:ea typeface="+mn-ea"/>
                  <a:cs typeface="+mn-cs"/>
                </a:rPr>
                <a:t>(K/V, Relational, …)</a:t>
              </a:r>
            </a:p>
          </p:txBody>
        </p:sp>
        <p:pic>
          <p:nvPicPr>
            <p:cNvPr id="60" name="Graphic 59" descr="database icon">
              <a:extLst>
                <a:ext uri="{FF2B5EF4-FFF2-40B4-BE49-F238E27FC236}">
                  <a16:creationId xmlns:a16="http://schemas.microsoft.com/office/drawing/2014/main" id="{63E3EC76-832C-E248-F384-6EB5DADA1F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49799" y="4836065"/>
              <a:ext cx="274320" cy="274320"/>
            </a:xfrm>
            <a:prstGeom prst="rect">
              <a:avLst/>
            </a:prstGeom>
          </p:spPr>
        </p:pic>
      </p:grpSp>
      <p:cxnSp>
        <p:nvCxnSpPr>
          <p:cNvPr id="44" name="Elbow Connector 43">
            <a:extLst>
              <a:ext uri="{FF2B5EF4-FFF2-40B4-BE49-F238E27FC236}">
                <a16:creationId xmlns:a16="http://schemas.microsoft.com/office/drawing/2014/main" id="{CB1EF4D4-AA44-A500-0913-772EBBB3A6CC}"/>
              </a:ext>
            </a:extLst>
          </p:cNvPr>
          <p:cNvCxnSpPr>
            <a:cxnSpLocks/>
            <a:stCxn id="41" idx="2"/>
            <a:endCxn id="38" idx="0"/>
          </p:cNvCxnSpPr>
          <p:nvPr/>
        </p:nvCxnSpPr>
        <p:spPr>
          <a:xfrm rot="5400000">
            <a:off x="2334357" y="1801057"/>
            <a:ext cx="401226" cy="1512037"/>
          </a:xfrm>
          <a:prstGeom prst="bentConnector3">
            <a:avLst>
              <a:gd name="adj1" fmla="val 50000"/>
            </a:avLst>
          </a:prstGeom>
          <a:ln w="127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471720C-94E8-881E-D43B-D29F638E5698}"/>
              </a:ext>
            </a:extLst>
          </p:cNvPr>
          <p:cNvCxnSpPr>
            <a:cxnSpLocks/>
            <a:stCxn id="41" idx="2"/>
            <a:endCxn id="40" idx="0"/>
          </p:cNvCxnSpPr>
          <p:nvPr/>
        </p:nvCxnSpPr>
        <p:spPr>
          <a:xfrm rot="16200000" flipH="1">
            <a:off x="3968739" y="1678710"/>
            <a:ext cx="401226" cy="1756729"/>
          </a:xfrm>
          <a:prstGeom prst="bentConnector3">
            <a:avLst>
              <a:gd name="adj1" fmla="val 50000"/>
            </a:avLst>
          </a:prstGeom>
          <a:ln w="127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C638CD4D-2A4B-B263-4C98-74E890C872A7}"/>
              </a:ext>
            </a:extLst>
          </p:cNvPr>
          <p:cNvCxnSpPr>
            <a:cxnSpLocks/>
            <a:stCxn id="41" idx="2"/>
            <a:endCxn id="39" idx="0"/>
          </p:cNvCxnSpPr>
          <p:nvPr/>
        </p:nvCxnSpPr>
        <p:spPr>
          <a:xfrm rot="16200000" flipH="1">
            <a:off x="3203891" y="2443558"/>
            <a:ext cx="401226" cy="227033"/>
          </a:xfrm>
          <a:prstGeom prst="bentConnector3">
            <a:avLst>
              <a:gd name="adj1" fmla="val 50000"/>
            </a:avLst>
          </a:prstGeom>
          <a:ln w="127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EB1E9CED-5CD1-D34C-38F8-FD72D3980EDD}"/>
              </a:ext>
            </a:extLst>
          </p:cNvPr>
          <p:cNvCxnSpPr>
            <a:cxnSpLocks/>
            <a:stCxn id="41" idx="1"/>
            <a:endCxn id="55" idx="2"/>
          </p:cNvCxnSpPr>
          <p:nvPr/>
        </p:nvCxnSpPr>
        <p:spPr>
          <a:xfrm rot="10800000">
            <a:off x="1948442" y="1800265"/>
            <a:ext cx="1121955" cy="335607"/>
          </a:xfrm>
          <a:prstGeom prst="bentConnector2">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693A765F-56B4-E629-9630-3FE61819E5EA}"/>
              </a:ext>
            </a:extLst>
          </p:cNvPr>
          <p:cNvGrpSpPr/>
          <p:nvPr/>
        </p:nvGrpSpPr>
        <p:grpSpPr>
          <a:xfrm>
            <a:off x="888761" y="4984218"/>
            <a:ext cx="1840198" cy="726393"/>
            <a:chOff x="888761" y="4383992"/>
            <a:chExt cx="1840198" cy="726393"/>
          </a:xfrm>
        </p:grpSpPr>
        <p:sp>
          <p:nvSpPr>
            <p:cNvPr id="57" name="Rounded Rectangle 56">
              <a:extLst>
                <a:ext uri="{FF2B5EF4-FFF2-40B4-BE49-F238E27FC236}">
                  <a16:creationId xmlns:a16="http://schemas.microsoft.com/office/drawing/2014/main" id="{E062432F-99DC-19FE-2993-10A210BF76DE}"/>
                </a:ext>
              </a:extLst>
            </p:cNvPr>
            <p:cNvSpPr/>
            <p:nvPr/>
          </p:nvSpPr>
          <p:spPr>
            <a:xfrm>
              <a:off x="888761" y="4383992"/>
              <a:ext cx="1840198"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Data Lake</a:t>
              </a:r>
            </a:p>
          </p:txBody>
        </p:sp>
        <p:pic>
          <p:nvPicPr>
            <p:cNvPr id="58" name="Graphic 57" descr="server icon">
              <a:extLst>
                <a:ext uri="{FF2B5EF4-FFF2-40B4-BE49-F238E27FC236}">
                  <a16:creationId xmlns:a16="http://schemas.microsoft.com/office/drawing/2014/main" id="{90143EBF-2A4A-9D22-44CF-3909AED337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97810" y="4836065"/>
              <a:ext cx="274320" cy="274320"/>
            </a:xfrm>
            <a:prstGeom prst="rect">
              <a:avLst/>
            </a:prstGeom>
          </p:spPr>
        </p:pic>
      </p:grpSp>
      <p:grpSp>
        <p:nvGrpSpPr>
          <p:cNvPr id="50" name="Group 49">
            <a:extLst>
              <a:ext uri="{FF2B5EF4-FFF2-40B4-BE49-F238E27FC236}">
                <a16:creationId xmlns:a16="http://schemas.microsoft.com/office/drawing/2014/main" id="{D5CE88FD-63B8-4957-5F84-3EC5A5AD2780}"/>
              </a:ext>
            </a:extLst>
          </p:cNvPr>
          <p:cNvGrpSpPr/>
          <p:nvPr/>
        </p:nvGrpSpPr>
        <p:grpSpPr>
          <a:xfrm>
            <a:off x="888761" y="1359081"/>
            <a:ext cx="2119359" cy="441183"/>
            <a:chOff x="823245" y="1081994"/>
            <a:chExt cx="2119359" cy="441183"/>
          </a:xfrm>
        </p:grpSpPr>
        <p:sp>
          <p:nvSpPr>
            <p:cNvPr id="55" name="Rounded Rectangle 54">
              <a:extLst>
                <a:ext uri="{FF2B5EF4-FFF2-40B4-BE49-F238E27FC236}">
                  <a16:creationId xmlns:a16="http://schemas.microsoft.com/office/drawing/2014/main" id="{A3542593-7CB2-42FF-4714-CD30304FB008}"/>
                </a:ext>
              </a:extLst>
            </p:cNvPr>
            <p:cNvSpPr/>
            <p:nvPr/>
          </p:nvSpPr>
          <p:spPr>
            <a:xfrm>
              <a:off x="823245" y="1081994"/>
              <a:ext cx="2119359" cy="441183"/>
            </a:xfrm>
            <a:prstGeom prst="roundRect">
              <a:avLst/>
            </a:prstGeom>
            <a:solidFill>
              <a:schemeClr val="accent2">
                <a:lumMod val="20000"/>
                <a:lumOff val="80000"/>
              </a:schemeClr>
            </a:solidFill>
            <a:ln w="19050" cmpd="dbl">
              <a:prstDash val="sysDash"/>
              <a:extLst>
                <a:ext uri="{C807C97D-BFC1-408E-A445-0C87EB9F89A2}">
                  <ask:lineSketchStyleProps xmlns:ask="http://schemas.microsoft.com/office/drawing/2018/sketchyshapes" sd="1219033472">
                    <a:custGeom>
                      <a:avLst/>
                      <a:gdLst>
                        <a:gd name="connsiteX0" fmla="*/ 0 w 2119359"/>
                        <a:gd name="connsiteY0" fmla="*/ 73532 h 441183"/>
                        <a:gd name="connsiteX1" fmla="*/ 73532 w 2119359"/>
                        <a:gd name="connsiteY1" fmla="*/ 0 h 441183"/>
                        <a:gd name="connsiteX2" fmla="*/ 2045827 w 2119359"/>
                        <a:gd name="connsiteY2" fmla="*/ 0 h 441183"/>
                        <a:gd name="connsiteX3" fmla="*/ 2119359 w 2119359"/>
                        <a:gd name="connsiteY3" fmla="*/ 73532 h 441183"/>
                        <a:gd name="connsiteX4" fmla="*/ 2119359 w 2119359"/>
                        <a:gd name="connsiteY4" fmla="*/ 367651 h 441183"/>
                        <a:gd name="connsiteX5" fmla="*/ 2045827 w 2119359"/>
                        <a:gd name="connsiteY5" fmla="*/ 441183 h 441183"/>
                        <a:gd name="connsiteX6" fmla="*/ 73532 w 2119359"/>
                        <a:gd name="connsiteY6" fmla="*/ 441183 h 441183"/>
                        <a:gd name="connsiteX7" fmla="*/ 0 w 2119359"/>
                        <a:gd name="connsiteY7" fmla="*/ 367651 h 441183"/>
                        <a:gd name="connsiteX8" fmla="*/ 0 w 2119359"/>
                        <a:gd name="connsiteY8" fmla="*/ 73532 h 441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9359" h="441183" fill="none" extrusionOk="0">
                          <a:moveTo>
                            <a:pt x="0" y="73532"/>
                          </a:moveTo>
                          <a:cubicBezTo>
                            <a:pt x="-7357" y="31731"/>
                            <a:pt x="37772" y="3967"/>
                            <a:pt x="73532" y="0"/>
                          </a:cubicBezTo>
                          <a:cubicBezTo>
                            <a:pt x="926862" y="130954"/>
                            <a:pt x="1275364" y="43574"/>
                            <a:pt x="2045827" y="0"/>
                          </a:cubicBezTo>
                          <a:cubicBezTo>
                            <a:pt x="2087148" y="1093"/>
                            <a:pt x="2122265" y="36480"/>
                            <a:pt x="2119359" y="73532"/>
                          </a:cubicBezTo>
                          <a:cubicBezTo>
                            <a:pt x="2120340" y="181806"/>
                            <a:pt x="2123199" y="264684"/>
                            <a:pt x="2119359" y="367651"/>
                          </a:cubicBezTo>
                          <a:cubicBezTo>
                            <a:pt x="2116117" y="408794"/>
                            <a:pt x="2081898" y="438051"/>
                            <a:pt x="2045827" y="441183"/>
                          </a:cubicBezTo>
                          <a:cubicBezTo>
                            <a:pt x="1612062" y="596380"/>
                            <a:pt x="388209" y="604203"/>
                            <a:pt x="73532" y="441183"/>
                          </a:cubicBezTo>
                          <a:cubicBezTo>
                            <a:pt x="33164" y="437902"/>
                            <a:pt x="-3543" y="410331"/>
                            <a:pt x="0" y="367651"/>
                          </a:cubicBezTo>
                          <a:cubicBezTo>
                            <a:pt x="-4131" y="291268"/>
                            <a:pt x="16349" y="181904"/>
                            <a:pt x="0" y="73532"/>
                          </a:cubicBezTo>
                          <a:close/>
                        </a:path>
                        <a:path w="2119359" h="441183" stroke="0" extrusionOk="0">
                          <a:moveTo>
                            <a:pt x="0" y="73532"/>
                          </a:moveTo>
                          <a:cubicBezTo>
                            <a:pt x="-2872" y="31150"/>
                            <a:pt x="28652" y="1602"/>
                            <a:pt x="73532" y="0"/>
                          </a:cubicBezTo>
                          <a:cubicBezTo>
                            <a:pt x="598049" y="132882"/>
                            <a:pt x="1278840" y="-84951"/>
                            <a:pt x="2045827" y="0"/>
                          </a:cubicBezTo>
                          <a:cubicBezTo>
                            <a:pt x="2084628" y="1768"/>
                            <a:pt x="2118591" y="37166"/>
                            <a:pt x="2119359" y="73532"/>
                          </a:cubicBezTo>
                          <a:cubicBezTo>
                            <a:pt x="2097242" y="120079"/>
                            <a:pt x="2114184" y="286364"/>
                            <a:pt x="2119359" y="367651"/>
                          </a:cubicBezTo>
                          <a:cubicBezTo>
                            <a:pt x="2123477" y="408751"/>
                            <a:pt x="2089793" y="434278"/>
                            <a:pt x="2045827" y="441183"/>
                          </a:cubicBezTo>
                          <a:cubicBezTo>
                            <a:pt x="1656567" y="528822"/>
                            <a:pt x="437786" y="368504"/>
                            <a:pt x="73532" y="441183"/>
                          </a:cubicBezTo>
                          <a:cubicBezTo>
                            <a:pt x="32681" y="438890"/>
                            <a:pt x="-287" y="408660"/>
                            <a:pt x="0" y="367651"/>
                          </a:cubicBezTo>
                          <a:cubicBezTo>
                            <a:pt x="-10870" y="324929"/>
                            <a:pt x="18309" y="173363"/>
                            <a:pt x="0" y="73532"/>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SaaS Product Knowledge</a:t>
              </a:r>
            </a:p>
          </p:txBody>
        </p:sp>
        <p:pic>
          <p:nvPicPr>
            <p:cNvPr id="56" name="Graphic 55" descr="wire globe icon">
              <a:extLst>
                <a:ext uri="{FF2B5EF4-FFF2-40B4-BE49-F238E27FC236}">
                  <a16:creationId xmlns:a16="http://schemas.microsoft.com/office/drawing/2014/main" id="{41756945-836A-3653-5635-59A2873A667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35382" y="1229271"/>
              <a:ext cx="274320" cy="274320"/>
            </a:xfrm>
            <a:prstGeom prst="rect">
              <a:avLst/>
            </a:prstGeom>
          </p:spPr>
        </p:pic>
      </p:grpSp>
      <p:grpSp>
        <p:nvGrpSpPr>
          <p:cNvPr id="51" name="Group 50">
            <a:extLst>
              <a:ext uri="{FF2B5EF4-FFF2-40B4-BE49-F238E27FC236}">
                <a16:creationId xmlns:a16="http://schemas.microsoft.com/office/drawing/2014/main" id="{36544C5D-1718-5EFC-F25A-603B6A7949F9}"/>
              </a:ext>
            </a:extLst>
          </p:cNvPr>
          <p:cNvGrpSpPr/>
          <p:nvPr/>
        </p:nvGrpSpPr>
        <p:grpSpPr>
          <a:xfrm>
            <a:off x="3529324" y="1359081"/>
            <a:ext cx="2119359" cy="441183"/>
            <a:chOff x="823245" y="1081994"/>
            <a:chExt cx="2119359" cy="441183"/>
          </a:xfrm>
        </p:grpSpPr>
        <p:sp>
          <p:nvSpPr>
            <p:cNvPr id="53" name="Rounded Rectangle 52">
              <a:extLst>
                <a:ext uri="{FF2B5EF4-FFF2-40B4-BE49-F238E27FC236}">
                  <a16:creationId xmlns:a16="http://schemas.microsoft.com/office/drawing/2014/main" id="{CD132F55-F1DE-B613-25A1-9B32647200AE}"/>
                </a:ext>
              </a:extLst>
            </p:cNvPr>
            <p:cNvSpPr/>
            <p:nvPr/>
          </p:nvSpPr>
          <p:spPr>
            <a:xfrm>
              <a:off x="823245" y="1081994"/>
              <a:ext cx="2119359" cy="441183"/>
            </a:xfrm>
            <a:prstGeom prst="roundRect">
              <a:avLst/>
            </a:prstGeom>
            <a:solidFill>
              <a:schemeClr val="accent6">
                <a:lumMod val="20000"/>
                <a:lumOff val="80000"/>
              </a:schemeClr>
            </a:solidFill>
            <a:ln w="19050" cmpd="dbl">
              <a:prstDash val="sysDash"/>
              <a:extLst>
                <a:ext uri="{C807C97D-BFC1-408E-A445-0C87EB9F89A2}">
                  <ask:lineSketchStyleProps xmlns:ask="http://schemas.microsoft.com/office/drawing/2018/sketchyshapes" sd="1219033472">
                    <a:custGeom>
                      <a:avLst/>
                      <a:gdLst>
                        <a:gd name="connsiteX0" fmla="*/ 0 w 2119359"/>
                        <a:gd name="connsiteY0" fmla="*/ 73532 h 441183"/>
                        <a:gd name="connsiteX1" fmla="*/ 73532 w 2119359"/>
                        <a:gd name="connsiteY1" fmla="*/ 0 h 441183"/>
                        <a:gd name="connsiteX2" fmla="*/ 2045827 w 2119359"/>
                        <a:gd name="connsiteY2" fmla="*/ 0 h 441183"/>
                        <a:gd name="connsiteX3" fmla="*/ 2119359 w 2119359"/>
                        <a:gd name="connsiteY3" fmla="*/ 73532 h 441183"/>
                        <a:gd name="connsiteX4" fmla="*/ 2119359 w 2119359"/>
                        <a:gd name="connsiteY4" fmla="*/ 367651 h 441183"/>
                        <a:gd name="connsiteX5" fmla="*/ 2045827 w 2119359"/>
                        <a:gd name="connsiteY5" fmla="*/ 441183 h 441183"/>
                        <a:gd name="connsiteX6" fmla="*/ 73532 w 2119359"/>
                        <a:gd name="connsiteY6" fmla="*/ 441183 h 441183"/>
                        <a:gd name="connsiteX7" fmla="*/ 0 w 2119359"/>
                        <a:gd name="connsiteY7" fmla="*/ 367651 h 441183"/>
                        <a:gd name="connsiteX8" fmla="*/ 0 w 2119359"/>
                        <a:gd name="connsiteY8" fmla="*/ 73532 h 441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9359" h="441183" fill="none" extrusionOk="0">
                          <a:moveTo>
                            <a:pt x="0" y="73532"/>
                          </a:moveTo>
                          <a:cubicBezTo>
                            <a:pt x="-7357" y="31731"/>
                            <a:pt x="37772" y="3967"/>
                            <a:pt x="73532" y="0"/>
                          </a:cubicBezTo>
                          <a:cubicBezTo>
                            <a:pt x="926862" y="130954"/>
                            <a:pt x="1275364" y="43574"/>
                            <a:pt x="2045827" y="0"/>
                          </a:cubicBezTo>
                          <a:cubicBezTo>
                            <a:pt x="2087148" y="1093"/>
                            <a:pt x="2122265" y="36480"/>
                            <a:pt x="2119359" y="73532"/>
                          </a:cubicBezTo>
                          <a:cubicBezTo>
                            <a:pt x="2120340" y="181806"/>
                            <a:pt x="2123199" y="264684"/>
                            <a:pt x="2119359" y="367651"/>
                          </a:cubicBezTo>
                          <a:cubicBezTo>
                            <a:pt x="2116117" y="408794"/>
                            <a:pt x="2081898" y="438051"/>
                            <a:pt x="2045827" y="441183"/>
                          </a:cubicBezTo>
                          <a:cubicBezTo>
                            <a:pt x="1612062" y="596380"/>
                            <a:pt x="388209" y="604203"/>
                            <a:pt x="73532" y="441183"/>
                          </a:cubicBezTo>
                          <a:cubicBezTo>
                            <a:pt x="33164" y="437902"/>
                            <a:pt x="-3543" y="410331"/>
                            <a:pt x="0" y="367651"/>
                          </a:cubicBezTo>
                          <a:cubicBezTo>
                            <a:pt x="-4131" y="291268"/>
                            <a:pt x="16349" y="181904"/>
                            <a:pt x="0" y="73532"/>
                          </a:cubicBezTo>
                          <a:close/>
                        </a:path>
                        <a:path w="2119359" h="441183" stroke="0" extrusionOk="0">
                          <a:moveTo>
                            <a:pt x="0" y="73532"/>
                          </a:moveTo>
                          <a:cubicBezTo>
                            <a:pt x="-2872" y="31150"/>
                            <a:pt x="28652" y="1602"/>
                            <a:pt x="73532" y="0"/>
                          </a:cubicBezTo>
                          <a:cubicBezTo>
                            <a:pt x="598049" y="132882"/>
                            <a:pt x="1278840" y="-84951"/>
                            <a:pt x="2045827" y="0"/>
                          </a:cubicBezTo>
                          <a:cubicBezTo>
                            <a:pt x="2084628" y="1768"/>
                            <a:pt x="2118591" y="37166"/>
                            <a:pt x="2119359" y="73532"/>
                          </a:cubicBezTo>
                          <a:cubicBezTo>
                            <a:pt x="2097242" y="120079"/>
                            <a:pt x="2114184" y="286364"/>
                            <a:pt x="2119359" y="367651"/>
                          </a:cubicBezTo>
                          <a:cubicBezTo>
                            <a:pt x="2123477" y="408751"/>
                            <a:pt x="2089793" y="434278"/>
                            <a:pt x="2045827" y="441183"/>
                          </a:cubicBezTo>
                          <a:cubicBezTo>
                            <a:pt x="1656567" y="528822"/>
                            <a:pt x="437786" y="368504"/>
                            <a:pt x="73532" y="441183"/>
                          </a:cubicBezTo>
                          <a:cubicBezTo>
                            <a:pt x="32681" y="438890"/>
                            <a:pt x="-287" y="408660"/>
                            <a:pt x="0" y="367651"/>
                          </a:cubicBezTo>
                          <a:cubicBezTo>
                            <a:pt x="-10870" y="324929"/>
                            <a:pt x="18309" y="173363"/>
                            <a:pt x="0" y="73532"/>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Customer Context</a:t>
              </a:r>
            </a:p>
          </p:txBody>
        </p:sp>
        <p:pic>
          <p:nvPicPr>
            <p:cNvPr id="54" name="Graphic 53" descr="wire globe icon">
              <a:extLst>
                <a:ext uri="{FF2B5EF4-FFF2-40B4-BE49-F238E27FC236}">
                  <a16:creationId xmlns:a16="http://schemas.microsoft.com/office/drawing/2014/main" id="{C19DAAB4-061A-FBB5-90F4-E6E26F2B7C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35382" y="1229271"/>
              <a:ext cx="274320" cy="274320"/>
            </a:xfrm>
            <a:prstGeom prst="rect">
              <a:avLst/>
            </a:prstGeom>
          </p:spPr>
        </p:pic>
      </p:grpSp>
      <p:cxnSp>
        <p:nvCxnSpPr>
          <p:cNvPr id="52" name="Elbow Connector 51">
            <a:extLst>
              <a:ext uri="{FF2B5EF4-FFF2-40B4-BE49-F238E27FC236}">
                <a16:creationId xmlns:a16="http://schemas.microsoft.com/office/drawing/2014/main" id="{D4D145B5-B13D-EAD9-F974-CD4D4BA9D894}"/>
              </a:ext>
            </a:extLst>
          </p:cNvPr>
          <p:cNvCxnSpPr>
            <a:cxnSpLocks/>
            <a:stCxn id="41" idx="3"/>
            <a:endCxn id="53" idx="2"/>
          </p:cNvCxnSpPr>
          <p:nvPr/>
        </p:nvCxnSpPr>
        <p:spPr>
          <a:xfrm flipV="1">
            <a:off x="3511579" y="1800264"/>
            <a:ext cx="1077425" cy="335607"/>
          </a:xfrm>
          <a:prstGeom prst="bentConnector2">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5D39C348-AF80-1CE2-BA17-2ECA76FF387F}"/>
              </a:ext>
            </a:extLst>
          </p:cNvPr>
          <p:cNvSpPr/>
          <p:nvPr/>
        </p:nvSpPr>
        <p:spPr>
          <a:xfrm>
            <a:off x="823245" y="3394125"/>
            <a:ext cx="4970803" cy="28896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API Gateway</a:t>
            </a:r>
          </a:p>
        </p:txBody>
      </p:sp>
    </p:spTree>
    <p:extLst>
      <p:ext uri="{BB962C8B-B14F-4D97-AF65-F5344CB8AC3E}">
        <p14:creationId xmlns:p14="http://schemas.microsoft.com/office/powerpoint/2010/main" val="2100263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8A78-B555-4AEA-EE86-8ACB55BBE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0C026-EB39-29BA-2210-F4859D2C5245}"/>
              </a:ext>
            </a:extLst>
          </p:cNvPr>
          <p:cNvSpPr>
            <a:spLocks noGrp="1"/>
          </p:cNvSpPr>
          <p:nvPr>
            <p:ph type="title"/>
          </p:nvPr>
        </p:nvSpPr>
        <p:spPr/>
        <p:txBody>
          <a:bodyPr/>
          <a:lstStyle/>
          <a:p>
            <a:r>
              <a:rPr lang="en-US" dirty="0">
                <a:latin typeface="+mn-lt"/>
              </a:rPr>
              <a:t>Does an Agentic Application simplify user experience?</a:t>
            </a:r>
          </a:p>
        </p:txBody>
      </p:sp>
      <p:sp>
        <p:nvSpPr>
          <p:cNvPr id="8" name="Rounded Rectangle 7">
            <a:extLst>
              <a:ext uri="{FF2B5EF4-FFF2-40B4-BE49-F238E27FC236}">
                <a16:creationId xmlns:a16="http://schemas.microsoft.com/office/drawing/2014/main" id="{E2E02A8F-21C9-EB7E-E22E-B71C307EA53F}"/>
              </a:ext>
            </a:extLst>
          </p:cNvPr>
          <p:cNvSpPr/>
          <p:nvPr/>
        </p:nvSpPr>
        <p:spPr>
          <a:xfrm>
            <a:off x="2184683" y="3813830"/>
            <a:ext cx="1771497" cy="42774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APIs</a:t>
            </a:r>
          </a:p>
        </p:txBody>
      </p:sp>
      <p:pic>
        <p:nvPicPr>
          <p:cNvPr id="10" name="Graphic 9" descr="team icon">
            <a:extLst>
              <a:ext uri="{FF2B5EF4-FFF2-40B4-BE49-F238E27FC236}">
                <a16:creationId xmlns:a16="http://schemas.microsoft.com/office/drawing/2014/main" id="{69C31A11-0494-0082-DF43-6839888748C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02125" y="1377337"/>
            <a:ext cx="441183" cy="441183"/>
          </a:xfrm>
          <a:prstGeom prst="rect">
            <a:avLst/>
          </a:prstGeom>
        </p:spPr>
      </p:pic>
      <p:cxnSp>
        <p:nvCxnSpPr>
          <p:cNvPr id="13" name="Elbow Connector 12">
            <a:extLst>
              <a:ext uri="{FF2B5EF4-FFF2-40B4-BE49-F238E27FC236}">
                <a16:creationId xmlns:a16="http://schemas.microsoft.com/office/drawing/2014/main" id="{66501130-3C7C-6387-24AE-FA9A22F2A3FD}"/>
              </a:ext>
            </a:extLst>
          </p:cNvPr>
          <p:cNvCxnSpPr>
            <a:cxnSpLocks/>
            <a:stCxn id="10" idx="2"/>
            <a:endCxn id="9" idx="0"/>
          </p:cNvCxnSpPr>
          <p:nvPr/>
        </p:nvCxnSpPr>
        <p:spPr>
          <a:xfrm rot="16200000" flipH="1">
            <a:off x="3069853" y="2071383"/>
            <a:ext cx="508526" cy="2799"/>
          </a:xfrm>
          <a:prstGeom prst="bentConnector3">
            <a:avLst>
              <a:gd name="adj1" fmla="val 50000"/>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235E6880-ECCF-3F5D-34D1-AE34A056B992}"/>
              </a:ext>
            </a:extLst>
          </p:cNvPr>
          <p:cNvSpPr/>
          <p:nvPr/>
        </p:nvSpPr>
        <p:spPr>
          <a:xfrm>
            <a:off x="831792" y="2834263"/>
            <a:ext cx="2862346" cy="427740"/>
          </a:xfrm>
          <a:prstGeom prst="roundRect">
            <a:avLst/>
          </a:prstGeom>
          <a:solidFill>
            <a:srgbClr val="D9E0FE"/>
          </a:solid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Enterprise Agents</a:t>
            </a:r>
          </a:p>
        </p:txBody>
      </p:sp>
      <p:sp>
        <p:nvSpPr>
          <p:cNvPr id="17" name="Rounded Rectangle 16">
            <a:extLst>
              <a:ext uri="{FF2B5EF4-FFF2-40B4-BE49-F238E27FC236}">
                <a16:creationId xmlns:a16="http://schemas.microsoft.com/office/drawing/2014/main" id="{F7C0F78D-4DA4-6E76-5488-71ED45119E61}"/>
              </a:ext>
            </a:extLst>
          </p:cNvPr>
          <p:cNvSpPr/>
          <p:nvPr/>
        </p:nvSpPr>
        <p:spPr>
          <a:xfrm>
            <a:off x="3768134" y="2834263"/>
            <a:ext cx="2051108" cy="427740"/>
          </a:xfrm>
          <a:prstGeom prst="roundRect">
            <a:avLst/>
          </a:prstGeom>
          <a:solidFill>
            <a:srgbClr val="FFCEC8"/>
          </a:solid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Customer Agents</a:t>
            </a:r>
          </a:p>
        </p:txBody>
      </p:sp>
      <p:sp>
        <p:nvSpPr>
          <p:cNvPr id="18" name="Rounded Rectangle 17">
            <a:extLst>
              <a:ext uri="{FF2B5EF4-FFF2-40B4-BE49-F238E27FC236}">
                <a16:creationId xmlns:a16="http://schemas.microsoft.com/office/drawing/2014/main" id="{43276450-29E0-99D8-FCA7-6EF98C37C54B}"/>
              </a:ext>
            </a:extLst>
          </p:cNvPr>
          <p:cNvSpPr/>
          <p:nvPr/>
        </p:nvSpPr>
        <p:spPr>
          <a:xfrm>
            <a:off x="831791" y="3809522"/>
            <a:ext cx="1225771" cy="441183"/>
          </a:xfrm>
          <a:prstGeom prst="roundRect">
            <a:avLst/>
          </a:prstGeom>
          <a:solidFill>
            <a:srgbClr val="D9E0FE"/>
          </a:solidFill>
          <a:ln w="19050" cmpd="dbl">
            <a:prstDash val="sysDash"/>
            <a:extLst>
              <a:ext uri="{C807C97D-BFC1-408E-A445-0C87EB9F89A2}">
                <ask:lineSketchStyleProps xmlns:ask="http://schemas.microsoft.com/office/drawing/2018/sketchyshapes" sd="1219033472">
                  <a:custGeom>
                    <a:avLst/>
                    <a:gdLst>
                      <a:gd name="connsiteX0" fmla="*/ 0 w 2119359"/>
                      <a:gd name="connsiteY0" fmla="*/ 73532 h 441183"/>
                      <a:gd name="connsiteX1" fmla="*/ 73532 w 2119359"/>
                      <a:gd name="connsiteY1" fmla="*/ 0 h 441183"/>
                      <a:gd name="connsiteX2" fmla="*/ 2045827 w 2119359"/>
                      <a:gd name="connsiteY2" fmla="*/ 0 h 441183"/>
                      <a:gd name="connsiteX3" fmla="*/ 2119359 w 2119359"/>
                      <a:gd name="connsiteY3" fmla="*/ 73532 h 441183"/>
                      <a:gd name="connsiteX4" fmla="*/ 2119359 w 2119359"/>
                      <a:gd name="connsiteY4" fmla="*/ 367651 h 441183"/>
                      <a:gd name="connsiteX5" fmla="*/ 2045827 w 2119359"/>
                      <a:gd name="connsiteY5" fmla="*/ 441183 h 441183"/>
                      <a:gd name="connsiteX6" fmla="*/ 73532 w 2119359"/>
                      <a:gd name="connsiteY6" fmla="*/ 441183 h 441183"/>
                      <a:gd name="connsiteX7" fmla="*/ 0 w 2119359"/>
                      <a:gd name="connsiteY7" fmla="*/ 367651 h 441183"/>
                      <a:gd name="connsiteX8" fmla="*/ 0 w 2119359"/>
                      <a:gd name="connsiteY8" fmla="*/ 73532 h 441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9359" h="441183" fill="none" extrusionOk="0">
                        <a:moveTo>
                          <a:pt x="0" y="73532"/>
                        </a:moveTo>
                        <a:cubicBezTo>
                          <a:pt x="-7357" y="31731"/>
                          <a:pt x="37772" y="3967"/>
                          <a:pt x="73532" y="0"/>
                        </a:cubicBezTo>
                        <a:cubicBezTo>
                          <a:pt x="926862" y="130954"/>
                          <a:pt x="1275364" y="43574"/>
                          <a:pt x="2045827" y="0"/>
                        </a:cubicBezTo>
                        <a:cubicBezTo>
                          <a:pt x="2087148" y="1093"/>
                          <a:pt x="2122265" y="36480"/>
                          <a:pt x="2119359" y="73532"/>
                        </a:cubicBezTo>
                        <a:cubicBezTo>
                          <a:pt x="2120340" y="181806"/>
                          <a:pt x="2123199" y="264684"/>
                          <a:pt x="2119359" y="367651"/>
                        </a:cubicBezTo>
                        <a:cubicBezTo>
                          <a:pt x="2116117" y="408794"/>
                          <a:pt x="2081898" y="438051"/>
                          <a:pt x="2045827" y="441183"/>
                        </a:cubicBezTo>
                        <a:cubicBezTo>
                          <a:pt x="1612062" y="596380"/>
                          <a:pt x="388209" y="604203"/>
                          <a:pt x="73532" y="441183"/>
                        </a:cubicBezTo>
                        <a:cubicBezTo>
                          <a:pt x="33164" y="437902"/>
                          <a:pt x="-3543" y="410331"/>
                          <a:pt x="0" y="367651"/>
                        </a:cubicBezTo>
                        <a:cubicBezTo>
                          <a:pt x="-4131" y="291268"/>
                          <a:pt x="16349" y="181904"/>
                          <a:pt x="0" y="73532"/>
                        </a:cubicBezTo>
                        <a:close/>
                      </a:path>
                      <a:path w="2119359" h="441183" stroke="0" extrusionOk="0">
                        <a:moveTo>
                          <a:pt x="0" y="73532"/>
                        </a:moveTo>
                        <a:cubicBezTo>
                          <a:pt x="-2872" y="31150"/>
                          <a:pt x="28652" y="1602"/>
                          <a:pt x="73532" y="0"/>
                        </a:cubicBezTo>
                        <a:cubicBezTo>
                          <a:pt x="598049" y="132882"/>
                          <a:pt x="1278840" y="-84951"/>
                          <a:pt x="2045827" y="0"/>
                        </a:cubicBezTo>
                        <a:cubicBezTo>
                          <a:pt x="2084628" y="1768"/>
                          <a:pt x="2118591" y="37166"/>
                          <a:pt x="2119359" y="73532"/>
                        </a:cubicBezTo>
                        <a:cubicBezTo>
                          <a:pt x="2097242" y="120079"/>
                          <a:pt x="2114184" y="286364"/>
                          <a:pt x="2119359" y="367651"/>
                        </a:cubicBezTo>
                        <a:cubicBezTo>
                          <a:pt x="2123477" y="408751"/>
                          <a:pt x="2089793" y="434278"/>
                          <a:pt x="2045827" y="441183"/>
                        </a:cubicBezTo>
                        <a:cubicBezTo>
                          <a:pt x="1656567" y="528822"/>
                          <a:pt x="437786" y="368504"/>
                          <a:pt x="73532" y="441183"/>
                        </a:cubicBezTo>
                        <a:cubicBezTo>
                          <a:pt x="32681" y="438890"/>
                          <a:pt x="-287" y="408660"/>
                          <a:pt x="0" y="367651"/>
                        </a:cubicBezTo>
                        <a:cubicBezTo>
                          <a:pt x="-10870" y="324929"/>
                          <a:pt x="18309" y="173363"/>
                          <a:pt x="0" y="73532"/>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Product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Adobe Clean"/>
                <a:ea typeface="+mn-ea"/>
                <a:cs typeface="+mn-cs"/>
              </a:rPr>
              <a:t>KBases</a:t>
            </a:r>
            <a:endParaRPr kumimoji="0" lang="en-US" sz="1200" b="0" i="0" u="none" strike="noStrike" kern="1200" cap="none" spc="0" normalizeH="0" baseline="0" noProof="0">
              <a:ln>
                <a:noFill/>
              </a:ln>
              <a:solidFill>
                <a:srgbClr val="000000"/>
              </a:solidFill>
              <a:effectLst/>
              <a:uLnTx/>
              <a:uFillTx/>
              <a:latin typeface="Adobe Clean"/>
              <a:ea typeface="+mn-ea"/>
              <a:cs typeface="+mn-cs"/>
            </a:endParaRPr>
          </a:p>
        </p:txBody>
      </p:sp>
      <p:grpSp>
        <p:nvGrpSpPr>
          <p:cNvPr id="19" name="Group 18">
            <a:extLst>
              <a:ext uri="{FF2B5EF4-FFF2-40B4-BE49-F238E27FC236}">
                <a16:creationId xmlns:a16="http://schemas.microsoft.com/office/drawing/2014/main" id="{9C3FE2F3-D471-F1C0-11B7-9A25011BEC47}"/>
              </a:ext>
            </a:extLst>
          </p:cNvPr>
          <p:cNvGrpSpPr/>
          <p:nvPr/>
        </p:nvGrpSpPr>
        <p:grpSpPr>
          <a:xfrm>
            <a:off x="4047743" y="3792204"/>
            <a:ext cx="1771497" cy="441183"/>
            <a:chOff x="1171107" y="1081994"/>
            <a:chExt cx="1771497" cy="441183"/>
          </a:xfrm>
        </p:grpSpPr>
        <p:sp>
          <p:nvSpPr>
            <p:cNvPr id="22" name="Rounded Rectangle 21">
              <a:extLst>
                <a:ext uri="{FF2B5EF4-FFF2-40B4-BE49-F238E27FC236}">
                  <a16:creationId xmlns:a16="http://schemas.microsoft.com/office/drawing/2014/main" id="{A19A54D5-CCD8-67D5-6902-8D5E37B38C92}"/>
                </a:ext>
              </a:extLst>
            </p:cNvPr>
            <p:cNvSpPr/>
            <p:nvPr/>
          </p:nvSpPr>
          <p:spPr>
            <a:xfrm>
              <a:off x="1171107" y="1081994"/>
              <a:ext cx="1771497" cy="441183"/>
            </a:xfrm>
            <a:prstGeom prst="roundRect">
              <a:avLst/>
            </a:prstGeom>
            <a:solidFill>
              <a:srgbClr val="FFCEC8"/>
            </a:solidFill>
            <a:ln w="19050" cmpd="dbl">
              <a:prstDash val="sysDash"/>
              <a:extLst>
                <a:ext uri="{C807C97D-BFC1-408E-A445-0C87EB9F89A2}">
                  <ask:lineSketchStyleProps xmlns:ask="http://schemas.microsoft.com/office/drawing/2018/sketchyshapes" sd="1219033472">
                    <a:custGeom>
                      <a:avLst/>
                      <a:gdLst>
                        <a:gd name="connsiteX0" fmla="*/ 0 w 2119359"/>
                        <a:gd name="connsiteY0" fmla="*/ 73532 h 441183"/>
                        <a:gd name="connsiteX1" fmla="*/ 73532 w 2119359"/>
                        <a:gd name="connsiteY1" fmla="*/ 0 h 441183"/>
                        <a:gd name="connsiteX2" fmla="*/ 2045827 w 2119359"/>
                        <a:gd name="connsiteY2" fmla="*/ 0 h 441183"/>
                        <a:gd name="connsiteX3" fmla="*/ 2119359 w 2119359"/>
                        <a:gd name="connsiteY3" fmla="*/ 73532 h 441183"/>
                        <a:gd name="connsiteX4" fmla="*/ 2119359 w 2119359"/>
                        <a:gd name="connsiteY4" fmla="*/ 367651 h 441183"/>
                        <a:gd name="connsiteX5" fmla="*/ 2045827 w 2119359"/>
                        <a:gd name="connsiteY5" fmla="*/ 441183 h 441183"/>
                        <a:gd name="connsiteX6" fmla="*/ 73532 w 2119359"/>
                        <a:gd name="connsiteY6" fmla="*/ 441183 h 441183"/>
                        <a:gd name="connsiteX7" fmla="*/ 0 w 2119359"/>
                        <a:gd name="connsiteY7" fmla="*/ 367651 h 441183"/>
                        <a:gd name="connsiteX8" fmla="*/ 0 w 2119359"/>
                        <a:gd name="connsiteY8" fmla="*/ 73532 h 441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9359" h="441183" fill="none" extrusionOk="0">
                          <a:moveTo>
                            <a:pt x="0" y="73532"/>
                          </a:moveTo>
                          <a:cubicBezTo>
                            <a:pt x="-7357" y="31731"/>
                            <a:pt x="37772" y="3967"/>
                            <a:pt x="73532" y="0"/>
                          </a:cubicBezTo>
                          <a:cubicBezTo>
                            <a:pt x="926862" y="130954"/>
                            <a:pt x="1275364" y="43574"/>
                            <a:pt x="2045827" y="0"/>
                          </a:cubicBezTo>
                          <a:cubicBezTo>
                            <a:pt x="2087148" y="1093"/>
                            <a:pt x="2122265" y="36480"/>
                            <a:pt x="2119359" y="73532"/>
                          </a:cubicBezTo>
                          <a:cubicBezTo>
                            <a:pt x="2120340" y="181806"/>
                            <a:pt x="2123199" y="264684"/>
                            <a:pt x="2119359" y="367651"/>
                          </a:cubicBezTo>
                          <a:cubicBezTo>
                            <a:pt x="2116117" y="408794"/>
                            <a:pt x="2081898" y="438051"/>
                            <a:pt x="2045827" y="441183"/>
                          </a:cubicBezTo>
                          <a:cubicBezTo>
                            <a:pt x="1612062" y="596380"/>
                            <a:pt x="388209" y="604203"/>
                            <a:pt x="73532" y="441183"/>
                          </a:cubicBezTo>
                          <a:cubicBezTo>
                            <a:pt x="33164" y="437902"/>
                            <a:pt x="-3543" y="410331"/>
                            <a:pt x="0" y="367651"/>
                          </a:cubicBezTo>
                          <a:cubicBezTo>
                            <a:pt x="-4131" y="291268"/>
                            <a:pt x="16349" y="181904"/>
                            <a:pt x="0" y="73532"/>
                          </a:cubicBezTo>
                          <a:close/>
                        </a:path>
                        <a:path w="2119359" h="441183" stroke="0" extrusionOk="0">
                          <a:moveTo>
                            <a:pt x="0" y="73532"/>
                          </a:moveTo>
                          <a:cubicBezTo>
                            <a:pt x="-2872" y="31150"/>
                            <a:pt x="28652" y="1602"/>
                            <a:pt x="73532" y="0"/>
                          </a:cubicBezTo>
                          <a:cubicBezTo>
                            <a:pt x="598049" y="132882"/>
                            <a:pt x="1278840" y="-84951"/>
                            <a:pt x="2045827" y="0"/>
                          </a:cubicBezTo>
                          <a:cubicBezTo>
                            <a:pt x="2084628" y="1768"/>
                            <a:pt x="2118591" y="37166"/>
                            <a:pt x="2119359" y="73532"/>
                          </a:cubicBezTo>
                          <a:cubicBezTo>
                            <a:pt x="2097242" y="120079"/>
                            <a:pt x="2114184" y="286364"/>
                            <a:pt x="2119359" y="367651"/>
                          </a:cubicBezTo>
                          <a:cubicBezTo>
                            <a:pt x="2123477" y="408751"/>
                            <a:pt x="2089793" y="434278"/>
                            <a:pt x="2045827" y="441183"/>
                          </a:cubicBezTo>
                          <a:cubicBezTo>
                            <a:pt x="1656567" y="528822"/>
                            <a:pt x="437786" y="368504"/>
                            <a:pt x="73532" y="441183"/>
                          </a:cubicBezTo>
                          <a:cubicBezTo>
                            <a:pt x="32681" y="438890"/>
                            <a:pt x="-287" y="408660"/>
                            <a:pt x="0" y="367651"/>
                          </a:cubicBezTo>
                          <a:cubicBezTo>
                            <a:pt x="-10870" y="324929"/>
                            <a:pt x="18309" y="173363"/>
                            <a:pt x="0" y="73532"/>
                          </a:cubicBezTo>
                          <a:close/>
                        </a:path>
                      </a:pathLst>
                    </a:custGeom>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Context</a:t>
              </a:r>
            </a:p>
          </p:txBody>
        </p:sp>
        <p:pic>
          <p:nvPicPr>
            <p:cNvPr id="23" name="Graphic 22" descr="wire globe icon">
              <a:extLst>
                <a:ext uri="{FF2B5EF4-FFF2-40B4-BE49-F238E27FC236}">
                  <a16:creationId xmlns:a16="http://schemas.microsoft.com/office/drawing/2014/main" id="{A74AEAE6-5CF3-C494-2308-1AE85D492D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35382" y="1229271"/>
              <a:ext cx="274320" cy="274320"/>
            </a:xfrm>
            <a:prstGeom prst="rect">
              <a:avLst/>
            </a:prstGeom>
          </p:spPr>
        </p:pic>
      </p:grpSp>
      <p:pic>
        <p:nvPicPr>
          <p:cNvPr id="20" name="Graphic 19" descr="database icon">
            <a:extLst>
              <a:ext uri="{FF2B5EF4-FFF2-40B4-BE49-F238E27FC236}">
                <a16:creationId xmlns:a16="http://schemas.microsoft.com/office/drawing/2014/main" id="{CCC8F285-5E7D-4E28-A1EF-C3511B1F31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1366" y="3976385"/>
            <a:ext cx="274320" cy="274320"/>
          </a:xfrm>
          <a:prstGeom prst="rect">
            <a:avLst/>
          </a:prstGeom>
        </p:spPr>
      </p:pic>
      <p:grpSp>
        <p:nvGrpSpPr>
          <p:cNvPr id="36" name="Group 35">
            <a:extLst>
              <a:ext uri="{FF2B5EF4-FFF2-40B4-BE49-F238E27FC236}">
                <a16:creationId xmlns:a16="http://schemas.microsoft.com/office/drawing/2014/main" id="{1D0A6EB6-FCBA-565D-D8F0-2ABE3DE75C05}"/>
              </a:ext>
            </a:extLst>
          </p:cNvPr>
          <p:cNvGrpSpPr/>
          <p:nvPr/>
        </p:nvGrpSpPr>
        <p:grpSpPr>
          <a:xfrm>
            <a:off x="831791" y="2327046"/>
            <a:ext cx="4987449" cy="427740"/>
            <a:chOff x="831790" y="2298282"/>
            <a:chExt cx="4987449" cy="427740"/>
          </a:xfrm>
        </p:grpSpPr>
        <p:sp>
          <p:nvSpPr>
            <p:cNvPr id="9" name="Rounded Rectangle 8">
              <a:extLst>
                <a:ext uri="{FF2B5EF4-FFF2-40B4-BE49-F238E27FC236}">
                  <a16:creationId xmlns:a16="http://schemas.microsoft.com/office/drawing/2014/main" id="{2CF3954D-8EA8-45E3-E6D0-5D55B7225E32}"/>
                </a:ext>
              </a:extLst>
            </p:cNvPr>
            <p:cNvSpPr/>
            <p:nvPr/>
          </p:nvSpPr>
          <p:spPr>
            <a:xfrm>
              <a:off x="831790" y="2298282"/>
              <a:ext cx="4987449" cy="42774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Agent Orchestrator</a:t>
              </a:r>
            </a:p>
          </p:txBody>
        </p:sp>
        <p:pic>
          <p:nvPicPr>
            <p:cNvPr id="21" name="Graphic 20" descr="generative speech icon">
              <a:extLst>
                <a:ext uri="{FF2B5EF4-FFF2-40B4-BE49-F238E27FC236}">
                  <a16:creationId xmlns:a16="http://schemas.microsoft.com/office/drawing/2014/main" id="{2C2B9EA9-6A27-0408-3579-62CC21D4F8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55973" y="2434384"/>
              <a:ext cx="274320" cy="274320"/>
            </a:xfrm>
            <a:prstGeom prst="rect">
              <a:avLst/>
            </a:prstGeom>
          </p:spPr>
        </p:pic>
      </p:grpSp>
      <p:sp>
        <p:nvSpPr>
          <p:cNvPr id="31" name="TextBox 30">
            <a:extLst>
              <a:ext uri="{FF2B5EF4-FFF2-40B4-BE49-F238E27FC236}">
                <a16:creationId xmlns:a16="http://schemas.microsoft.com/office/drawing/2014/main" id="{A0466E82-784D-3CD5-9FC6-1B24FFF4955B}"/>
              </a:ext>
            </a:extLst>
          </p:cNvPr>
          <p:cNvSpPr txBox="1"/>
          <p:nvPr/>
        </p:nvSpPr>
        <p:spPr>
          <a:xfrm>
            <a:off x="2676545" y="1838328"/>
            <a:ext cx="1292341" cy="279885"/>
          </a:xfrm>
          <a:prstGeom prst="rect">
            <a:avLst/>
          </a:prstGeom>
          <a:solidFill>
            <a:schemeClr val="bg1">
              <a:alpha val="53000"/>
            </a:schemeClr>
          </a:solidFill>
        </p:spPr>
        <p:txBody>
          <a:bodyPr wrap="none" rtlCol="0">
            <a:spAutoFit/>
          </a:bodyPr>
          <a:lstStyle/>
          <a:p>
            <a:pPr marL="0" marR="0" lvl="0" indent="0" algn="ctr" defTabSz="914400" rtl="0" eaLnBrk="1" fontAlgn="auto" latinLnBrk="0" hangingPunct="1">
              <a:lnSpc>
                <a:spcPct val="110000"/>
              </a:lnSpc>
              <a:spcBef>
                <a:spcPts val="9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dobe Clean"/>
                <a:ea typeface="+mn-ea"/>
                <a:cs typeface="+mn-cs"/>
              </a:rPr>
              <a:t>Natural Language</a:t>
            </a:r>
          </a:p>
        </p:txBody>
      </p:sp>
      <p:pic>
        <p:nvPicPr>
          <p:cNvPr id="66" name="Graphic 65" descr="venn diagram icon">
            <a:extLst>
              <a:ext uri="{FF2B5EF4-FFF2-40B4-BE49-F238E27FC236}">
                <a16:creationId xmlns:a16="http://schemas.microsoft.com/office/drawing/2014/main" id="{436DBE7A-9553-EDBB-AC3B-860D55478C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92843" y="2978352"/>
            <a:ext cx="274320" cy="274320"/>
          </a:xfrm>
          <a:prstGeom prst="rect">
            <a:avLst/>
          </a:prstGeom>
        </p:spPr>
      </p:pic>
      <p:sp>
        <p:nvSpPr>
          <p:cNvPr id="4" name="Rounded Rectangle 3">
            <a:extLst>
              <a:ext uri="{FF2B5EF4-FFF2-40B4-BE49-F238E27FC236}">
                <a16:creationId xmlns:a16="http://schemas.microsoft.com/office/drawing/2014/main" id="{4F58ED17-85E8-EBD8-D6DD-7D503EA99842}"/>
              </a:ext>
            </a:extLst>
          </p:cNvPr>
          <p:cNvSpPr/>
          <p:nvPr/>
        </p:nvSpPr>
        <p:spPr>
          <a:xfrm>
            <a:off x="823245" y="3394125"/>
            <a:ext cx="4970803" cy="28896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API Gateway</a:t>
            </a:r>
          </a:p>
        </p:txBody>
      </p:sp>
      <p:sp>
        <p:nvSpPr>
          <p:cNvPr id="34" name="Picture Placeholder 2">
            <a:extLst>
              <a:ext uri="{FF2B5EF4-FFF2-40B4-BE49-F238E27FC236}">
                <a16:creationId xmlns:a16="http://schemas.microsoft.com/office/drawing/2014/main" id="{EFC69315-82FE-305F-E021-EB654A8906F3}"/>
              </a:ext>
            </a:extLst>
          </p:cNvPr>
          <p:cNvSpPr txBox="1">
            <a:spLocks/>
          </p:cNvSpPr>
          <p:nvPr/>
        </p:nvSpPr>
        <p:spPr>
          <a:xfrm>
            <a:off x="6592908" y="1946690"/>
            <a:ext cx="4877986" cy="3829877"/>
          </a:xfrm>
          <a:prstGeom prst="rect">
            <a:avLst/>
          </a:prstGeom>
        </p:spPr>
        <p:txBody>
          <a:bodyPr vert="horz" lIns="0" tIns="45720" rIns="0" bIns="45720" rtlCol="0">
            <a:noAutofit/>
          </a:bodyPr>
          <a:lst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669925" indent="-12382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200"/>
              </a:spcBef>
              <a:spcAft>
                <a:spcPts val="0"/>
              </a:spcAft>
              <a:buClrTx/>
              <a:buSzPct val="70000"/>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Adobe Clean"/>
                <a:ea typeface="+mn-ea"/>
                <a:cs typeface="+mn-cs"/>
              </a:rPr>
              <a:t>Vision of Agent Orchestrator…</a:t>
            </a:r>
            <a:endParaRPr kumimoji="0" lang="en-US" sz="2000" b="1" i="0" u="none" strike="noStrike" kern="1200" cap="none" spc="0" normalizeH="0" baseline="0" noProof="0">
              <a:ln>
                <a:noFill/>
              </a:ln>
              <a:solidFill>
                <a:srgbClr val="000000"/>
              </a:solidFill>
              <a:effectLst/>
              <a:uLnTx/>
              <a:uFillTx/>
              <a:latin typeface="Adobe Clean"/>
              <a:ea typeface="+mn-ea"/>
              <a:cs typeface="+mn-cs"/>
            </a:endParaRPr>
          </a:p>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1" i="0" u="none" strike="noStrike" kern="1200" cap="none" spc="0" normalizeH="0" baseline="0" noProof="0">
                <a:ln>
                  <a:noFill/>
                </a:ln>
                <a:solidFill>
                  <a:srgbClr val="000000"/>
                </a:solidFill>
                <a:effectLst/>
                <a:uLnTx/>
                <a:uFillTx/>
                <a:latin typeface="Adobe Clean"/>
                <a:ea typeface="+mn-ea"/>
                <a:cs typeface="+mn-cs"/>
              </a:rPr>
              <a:t>Simplifies</a:t>
            </a:r>
            <a:r>
              <a:rPr kumimoji="0" lang="en-US" sz="2000" b="0" i="0" u="none" strike="noStrike" kern="1200" cap="none" spc="0" normalizeH="0" baseline="0" noProof="0">
                <a:ln>
                  <a:noFill/>
                </a:ln>
                <a:solidFill>
                  <a:srgbClr val="000000"/>
                </a:solidFill>
                <a:effectLst/>
                <a:uLnTx/>
                <a:uFillTx/>
                <a:latin typeface="Adobe Clean"/>
                <a:ea typeface="+mn-ea"/>
                <a:cs typeface="+mn-cs"/>
              </a:rPr>
              <a:t> product interactions; Agents can use product and customer knowledge as context.</a:t>
            </a:r>
          </a:p>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1" i="0" u="none" strike="noStrike" kern="1200" cap="none" spc="0" normalizeH="0" baseline="0" noProof="0">
                <a:ln>
                  <a:noFill/>
                </a:ln>
                <a:solidFill>
                  <a:srgbClr val="000000"/>
                </a:solidFill>
                <a:effectLst/>
                <a:uLnTx/>
                <a:uFillTx/>
                <a:latin typeface="Adobe Clean"/>
                <a:ea typeface="+mn-ea"/>
                <a:cs typeface="+mn-cs"/>
              </a:rPr>
              <a:t>Eliminates</a:t>
            </a:r>
            <a:r>
              <a:rPr kumimoji="0" lang="en-US" sz="2000" b="0" i="0" u="none" strike="noStrike" kern="1200" cap="none" spc="0" normalizeH="0" baseline="0" noProof="0">
                <a:ln>
                  <a:noFill/>
                </a:ln>
                <a:solidFill>
                  <a:srgbClr val="000000"/>
                </a:solidFill>
                <a:effectLst/>
                <a:uLnTx/>
                <a:uFillTx/>
                <a:latin typeface="Adobe Clean"/>
                <a:ea typeface="+mn-ea"/>
                <a:cs typeface="+mn-cs"/>
              </a:rPr>
              <a:t> vertical UIs and siloed workflows; end-to-end tasks done in single conversational interface</a:t>
            </a:r>
          </a:p>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1" i="0" u="none" strike="noStrike" kern="1200" cap="none" spc="0" normalizeH="0" baseline="0" noProof="0">
                <a:ln>
                  <a:noFill/>
                </a:ln>
                <a:solidFill>
                  <a:srgbClr val="000000"/>
                </a:solidFill>
                <a:effectLst/>
                <a:uLnTx/>
                <a:uFillTx/>
                <a:latin typeface="Adobe Clean"/>
                <a:ea typeface="+mn-ea"/>
                <a:cs typeface="+mn-cs"/>
              </a:rPr>
              <a:t>Automates </a:t>
            </a:r>
            <a:r>
              <a:rPr kumimoji="0" lang="en-US" sz="2000" b="0" i="0" u="none" strike="noStrike" kern="1200" cap="none" spc="0" normalizeH="0" baseline="0" noProof="0">
                <a:ln>
                  <a:noFill/>
                </a:ln>
                <a:solidFill>
                  <a:srgbClr val="000000"/>
                </a:solidFill>
                <a:effectLst/>
                <a:uLnTx/>
                <a:uFillTx/>
                <a:latin typeface="Adobe Clean"/>
                <a:ea typeface="+mn-ea"/>
                <a:cs typeface="+mn-cs"/>
              </a:rPr>
              <a:t>discovery and integration of new agents</a:t>
            </a:r>
          </a:p>
        </p:txBody>
      </p:sp>
      <p:grpSp>
        <p:nvGrpSpPr>
          <p:cNvPr id="3" name="Group 2">
            <a:extLst>
              <a:ext uri="{FF2B5EF4-FFF2-40B4-BE49-F238E27FC236}">
                <a16:creationId xmlns:a16="http://schemas.microsoft.com/office/drawing/2014/main" id="{70305847-5072-7056-CD7A-027703E773F0}"/>
              </a:ext>
            </a:extLst>
          </p:cNvPr>
          <p:cNvGrpSpPr/>
          <p:nvPr/>
        </p:nvGrpSpPr>
        <p:grpSpPr>
          <a:xfrm>
            <a:off x="831791" y="4322424"/>
            <a:ext cx="4965192" cy="1671729"/>
            <a:chOff x="5862414" y="4463967"/>
            <a:chExt cx="4965192" cy="1671729"/>
          </a:xfrm>
        </p:grpSpPr>
        <p:sp>
          <p:nvSpPr>
            <p:cNvPr id="30" name="Rounded Rectangle 29">
              <a:extLst>
                <a:ext uri="{FF2B5EF4-FFF2-40B4-BE49-F238E27FC236}">
                  <a16:creationId xmlns:a16="http://schemas.microsoft.com/office/drawing/2014/main" id="{2F6F3B49-81FB-D170-3DAB-B6E8B4174D57}"/>
                </a:ext>
              </a:extLst>
            </p:cNvPr>
            <p:cNvSpPr/>
            <p:nvPr/>
          </p:nvSpPr>
          <p:spPr>
            <a:xfrm>
              <a:off x="5862414" y="4463967"/>
              <a:ext cx="4965192" cy="1671729"/>
            </a:xfrm>
            <a:prstGeom prst="roundRect">
              <a:avLst>
                <a:gd name="adj" fmla="val 4345"/>
              </a:avLst>
            </a:prstGeom>
            <a:ln w="19050" cap="flat">
              <a:prstDash val="sysDot"/>
            </a:ln>
          </p:spPr>
          <p:style>
            <a:lnRef idx="2">
              <a:schemeClr val="dk1"/>
            </a:lnRef>
            <a:fillRef idx="1">
              <a:schemeClr val="lt1"/>
            </a:fillRef>
            <a:effectRef idx="0">
              <a:schemeClr val="dk1"/>
            </a:effectRef>
            <a:fontRef idx="minor">
              <a:schemeClr val="dk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Cloud Services</a:t>
              </a:r>
            </a:p>
          </p:txBody>
        </p:sp>
        <p:pic>
          <p:nvPicPr>
            <p:cNvPr id="32" name="Graphic 31" descr="cloud icon">
              <a:extLst>
                <a:ext uri="{FF2B5EF4-FFF2-40B4-BE49-F238E27FC236}">
                  <a16:creationId xmlns:a16="http://schemas.microsoft.com/office/drawing/2014/main" id="{364ECBA7-6F55-8E47-8A67-B2B0B2FE0D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5101" y="5834164"/>
              <a:ext cx="274320" cy="274320"/>
            </a:xfrm>
            <a:prstGeom prst="rect">
              <a:avLst/>
            </a:prstGeom>
          </p:spPr>
        </p:pic>
      </p:grpSp>
      <p:sp>
        <p:nvSpPr>
          <p:cNvPr id="33" name="Rounded Rectangle 32">
            <a:extLst>
              <a:ext uri="{FF2B5EF4-FFF2-40B4-BE49-F238E27FC236}">
                <a16:creationId xmlns:a16="http://schemas.microsoft.com/office/drawing/2014/main" id="{4EFF38FD-609E-8685-ACD2-C2C2B7448517}"/>
              </a:ext>
            </a:extLst>
          </p:cNvPr>
          <p:cNvSpPr/>
          <p:nvPr/>
        </p:nvSpPr>
        <p:spPr>
          <a:xfrm>
            <a:off x="888761" y="4405608"/>
            <a:ext cx="2119359" cy="412088"/>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dobe Clean"/>
                <a:ea typeface="+mn-ea"/>
                <a:cs typeface="+mn-cs"/>
              </a:rPr>
              <a:t>Compute</a:t>
            </a:r>
          </a:p>
        </p:txBody>
      </p:sp>
      <p:sp>
        <p:nvSpPr>
          <p:cNvPr id="35" name="Rounded Rectangle 34">
            <a:extLst>
              <a:ext uri="{FF2B5EF4-FFF2-40B4-BE49-F238E27FC236}">
                <a16:creationId xmlns:a16="http://schemas.microsoft.com/office/drawing/2014/main" id="{584616E6-89C4-DD82-0477-DBF5A09753BA}"/>
              </a:ext>
            </a:extLst>
          </p:cNvPr>
          <p:cNvSpPr/>
          <p:nvPr/>
        </p:nvSpPr>
        <p:spPr>
          <a:xfrm>
            <a:off x="3102124" y="4399591"/>
            <a:ext cx="2621995" cy="412088"/>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Adobe Clean"/>
                <a:ea typeface="+mn-ea"/>
                <a:cs typeface="+mn-cs"/>
              </a:rPr>
              <a:t>Governance, Security, Privacy</a:t>
            </a:r>
          </a:p>
        </p:txBody>
      </p:sp>
      <p:grpSp>
        <p:nvGrpSpPr>
          <p:cNvPr id="37" name="Group 36">
            <a:extLst>
              <a:ext uri="{FF2B5EF4-FFF2-40B4-BE49-F238E27FC236}">
                <a16:creationId xmlns:a16="http://schemas.microsoft.com/office/drawing/2014/main" id="{A8C40861-A869-E9F0-D92C-03928C003B9B}"/>
              </a:ext>
            </a:extLst>
          </p:cNvPr>
          <p:cNvGrpSpPr/>
          <p:nvPr/>
        </p:nvGrpSpPr>
        <p:grpSpPr>
          <a:xfrm>
            <a:off x="2797325" y="4899505"/>
            <a:ext cx="1304658" cy="726393"/>
            <a:chOff x="2797325" y="4383992"/>
            <a:chExt cx="1304658" cy="726393"/>
          </a:xfrm>
        </p:grpSpPr>
        <p:sp>
          <p:nvSpPr>
            <p:cNvPr id="38" name="Rounded Rectangle 37">
              <a:extLst>
                <a:ext uri="{FF2B5EF4-FFF2-40B4-BE49-F238E27FC236}">
                  <a16:creationId xmlns:a16="http://schemas.microsoft.com/office/drawing/2014/main" id="{D4244FD1-ED47-EED5-FB6D-E7B07C47EDD3}"/>
                </a:ext>
              </a:extLst>
            </p:cNvPr>
            <p:cNvSpPr/>
            <p:nvPr/>
          </p:nvSpPr>
          <p:spPr>
            <a:xfrm>
              <a:off x="2797325" y="4383992"/>
              <a:ext cx="1304658"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Pipelines</a:t>
              </a:r>
            </a:p>
          </p:txBody>
        </p:sp>
        <p:pic>
          <p:nvPicPr>
            <p:cNvPr id="39" name="Graphic 38" descr="database icon">
              <a:extLst>
                <a:ext uri="{FF2B5EF4-FFF2-40B4-BE49-F238E27FC236}">
                  <a16:creationId xmlns:a16="http://schemas.microsoft.com/office/drawing/2014/main" id="{A4E3BCBF-DF92-DD72-C97C-CFDC8FF515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27663" y="4836065"/>
              <a:ext cx="274320" cy="274320"/>
            </a:xfrm>
            <a:prstGeom prst="rect">
              <a:avLst/>
            </a:prstGeom>
          </p:spPr>
        </p:pic>
      </p:grpSp>
      <p:grpSp>
        <p:nvGrpSpPr>
          <p:cNvPr id="40" name="Group 39">
            <a:extLst>
              <a:ext uri="{FF2B5EF4-FFF2-40B4-BE49-F238E27FC236}">
                <a16:creationId xmlns:a16="http://schemas.microsoft.com/office/drawing/2014/main" id="{CB0262FD-6DD6-11B2-92BB-BB83C969D3A3}"/>
              </a:ext>
            </a:extLst>
          </p:cNvPr>
          <p:cNvGrpSpPr/>
          <p:nvPr/>
        </p:nvGrpSpPr>
        <p:grpSpPr>
          <a:xfrm>
            <a:off x="4170350" y="4899505"/>
            <a:ext cx="1553770" cy="726393"/>
            <a:chOff x="4170350" y="4383992"/>
            <a:chExt cx="1553770" cy="726393"/>
          </a:xfrm>
        </p:grpSpPr>
        <p:sp>
          <p:nvSpPr>
            <p:cNvPr id="41" name="Rounded Rectangle 40">
              <a:extLst>
                <a:ext uri="{FF2B5EF4-FFF2-40B4-BE49-F238E27FC236}">
                  <a16:creationId xmlns:a16="http://schemas.microsoft.com/office/drawing/2014/main" id="{546B645C-FB20-0CCE-F684-F0182AE0C416}"/>
                </a:ext>
              </a:extLst>
            </p:cNvPr>
            <p:cNvSpPr/>
            <p:nvPr/>
          </p:nvSpPr>
          <p:spPr>
            <a:xfrm>
              <a:off x="4170350" y="4383992"/>
              <a:ext cx="1553770"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Databases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dobe Clean"/>
                  <a:ea typeface="+mn-ea"/>
                  <a:cs typeface="+mn-cs"/>
                </a:rPr>
                <a:t>(K/V, Relational, …)</a:t>
              </a:r>
            </a:p>
          </p:txBody>
        </p:sp>
        <p:pic>
          <p:nvPicPr>
            <p:cNvPr id="42" name="Graphic 41" descr="database icon">
              <a:extLst>
                <a:ext uri="{FF2B5EF4-FFF2-40B4-BE49-F238E27FC236}">
                  <a16:creationId xmlns:a16="http://schemas.microsoft.com/office/drawing/2014/main" id="{22C006F2-B691-7F62-0CB3-C51E12F794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49799" y="4836065"/>
              <a:ext cx="274320" cy="274320"/>
            </a:xfrm>
            <a:prstGeom prst="rect">
              <a:avLst/>
            </a:prstGeom>
          </p:spPr>
        </p:pic>
      </p:grpSp>
      <p:grpSp>
        <p:nvGrpSpPr>
          <p:cNvPr id="43" name="Group 42">
            <a:extLst>
              <a:ext uri="{FF2B5EF4-FFF2-40B4-BE49-F238E27FC236}">
                <a16:creationId xmlns:a16="http://schemas.microsoft.com/office/drawing/2014/main" id="{72A0AD64-7D8F-B941-45E9-59BF46430610}"/>
              </a:ext>
            </a:extLst>
          </p:cNvPr>
          <p:cNvGrpSpPr/>
          <p:nvPr/>
        </p:nvGrpSpPr>
        <p:grpSpPr>
          <a:xfrm>
            <a:off x="888761" y="4899505"/>
            <a:ext cx="1840198" cy="726393"/>
            <a:chOff x="888761" y="4383992"/>
            <a:chExt cx="1840198" cy="726393"/>
          </a:xfrm>
        </p:grpSpPr>
        <p:sp>
          <p:nvSpPr>
            <p:cNvPr id="44" name="Rounded Rectangle 43">
              <a:extLst>
                <a:ext uri="{FF2B5EF4-FFF2-40B4-BE49-F238E27FC236}">
                  <a16:creationId xmlns:a16="http://schemas.microsoft.com/office/drawing/2014/main" id="{AB7257E2-0ED4-9B86-D2E1-950B28DEB984}"/>
                </a:ext>
              </a:extLst>
            </p:cNvPr>
            <p:cNvSpPr/>
            <p:nvPr/>
          </p:nvSpPr>
          <p:spPr>
            <a:xfrm>
              <a:off x="888761" y="4383992"/>
              <a:ext cx="1840198" cy="726393"/>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Data Lake</a:t>
              </a:r>
            </a:p>
          </p:txBody>
        </p:sp>
        <p:pic>
          <p:nvPicPr>
            <p:cNvPr id="45" name="Graphic 44" descr="server icon">
              <a:extLst>
                <a:ext uri="{FF2B5EF4-FFF2-40B4-BE49-F238E27FC236}">
                  <a16:creationId xmlns:a16="http://schemas.microsoft.com/office/drawing/2014/main" id="{E296E9EE-3696-920C-E44D-B8AA7BEF96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97810" y="4836065"/>
              <a:ext cx="274320" cy="274320"/>
            </a:xfrm>
            <a:prstGeom prst="rect">
              <a:avLst/>
            </a:prstGeom>
          </p:spPr>
        </p:pic>
      </p:grpSp>
    </p:spTree>
    <p:extLst>
      <p:ext uri="{BB962C8B-B14F-4D97-AF65-F5344CB8AC3E}">
        <p14:creationId xmlns:p14="http://schemas.microsoft.com/office/powerpoint/2010/main" val="115015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F0BD-B4F6-93AD-5AFA-F5293EE46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583E2-0590-AF54-FEC0-AA6D1424E207}"/>
              </a:ext>
            </a:extLst>
          </p:cNvPr>
          <p:cNvSpPr>
            <a:spLocks noGrp="1"/>
          </p:cNvSpPr>
          <p:nvPr>
            <p:ph type="title"/>
          </p:nvPr>
        </p:nvSpPr>
        <p:spPr>
          <a:xfrm>
            <a:off x="407719" y="134417"/>
            <a:ext cx="10972800" cy="946389"/>
          </a:xfrm>
        </p:spPr>
        <p:txBody>
          <a:bodyPr/>
          <a:lstStyle/>
          <a:p>
            <a:r>
              <a:rPr lang="en-US" dirty="0"/>
              <a:t>Why can’t we have a single agent?</a:t>
            </a:r>
          </a:p>
        </p:txBody>
      </p:sp>
      <p:grpSp>
        <p:nvGrpSpPr>
          <p:cNvPr id="11" name="Group 10">
            <a:extLst>
              <a:ext uri="{FF2B5EF4-FFF2-40B4-BE49-F238E27FC236}">
                <a16:creationId xmlns:a16="http://schemas.microsoft.com/office/drawing/2014/main" id="{8E131789-84F7-A88E-C3F1-160C97CC64FA}"/>
              </a:ext>
            </a:extLst>
          </p:cNvPr>
          <p:cNvGrpSpPr/>
          <p:nvPr/>
        </p:nvGrpSpPr>
        <p:grpSpPr>
          <a:xfrm>
            <a:off x="2508867" y="1274828"/>
            <a:ext cx="7174266" cy="5101886"/>
            <a:chOff x="656868" y="1415505"/>
            <a:chExt cx="7174266" cy="5101886"/>
          </a:xfrm>
        </p:grpSpPr>
        <p:sp>
          <p:nvSpPr>
            <p:cNvPr id="4" name="Rounded Rectangle 3">
              <a:extLst>
                <a:ext uri="{FF2B5EF4-FFF2-40B4-BE49-F238E27FC236}">
                  <a16:creationId xmlns:a16="http://schemas.microsoft.com/office/drawing/2014/main" id="{779EA4F3-2A4B-AFA7-44DC-5B31D494F05F}"/>
                </a:ext>
              </a:extLst>
            </p:cNvPr>
            <p:cNvSpPr/>
            <p:nvPr/>
          </p:nvSpPr>
          <p:spPr>
            <a:xfrm>
              <a:off x="6254926" y="4684846"/>
              <a:ext cx="1576208" cy="457200"/>
            </a:xfrm>
            <a:prstGeom prst="roundRect">
              <a:avLst>
                <a:gd name="adj" fmla="val 28168"/>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Site Optimization Agent</a:t>
              </a:r>
            </a:p>
          </p:txBody>
        </p:sp>
        <p:sp>
          <p:nvSpPr>
            <p:cNvPr id="5" name="Rounded Rectangle 4">
              <a:extLst>
                <a:ext uri="{FF2B5EF4-FFF2-40B4-BE49-F238E27FC236}">
                  <a16:creationId xmlns:a16="http://schemas.microsoft.com/office/drawing/2014/main" id="{3AB50177-C09C-C8CD-D3CB-A789513D70E6}"/>
                </a:ext>
              </a:extLst>
            </p:cNvPr>
            <p:cNvSpPr/>
            <p:nvPr/>
          </p:nvSpPr>
          <p:spPr>
            <a:xfrm>
              <a:off x="6254926" y="4133478"/>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Detect &amp; raise issues with websites</a:t>
              </a:r>
            </a:p>
          </p:txBody>
        </p:sp>
        <p:sp>
          <p:nvSpPr>
            <p:cNvPr id="6" name="Rounded Rectangle 5">
              <a:extLst>
                <a:ext uri="{FF2B5EF4-FFF2-40B4-BE49-F238E27FC236}">
                  <a16:creationId xmlns:a16="http://schemas.microsoft.com/office/drawing/2014/main" id="{B1B6B6BC-28CF-9C95-D9BB-D4736C2A9D8F}"/>
                </a:ext>
              </a:extLst>
            </p:cNvPr>
            <p:cNvSpPr/>
            <p:nvPr/>
          </p:nvSpPr>
          <p:spPr>
            <a:xfrm>
              <a:off x="760519" y="3968865"/>
              <a:ext cx="1576207"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Data Insights Agent</a:t>
              </a:r>
            </a:p>
          </p:txBody>
        </p:sp>
        <p:sp>
          <p:nvSpPr>
            <p:cNvPr id="8" name="Rounded Rectangle 7">
              <a:extLst>
                <a:ext uri="{FF2B5EF4-FFF2-40B4-BE49-F238E27FC236}">
                  <a16:creationId xmlns:a16="http://schemas.microsoft.com/office/drawing/2014/main" id="{D897F9E9-473B-7196-80A7-1C0FD742BBCB}"/>
                </a:ext>
              </a:extLst>
            </p:cNvPr>
            <p:cNvSpPr/>
            <p:nvPr/>
          </p:nvSpPr>
          <p:spPr>
            <a:xfrm>
              <a:off x="1905476" y="5308657"/>
              <a:ext cx="1576207"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Journey </a:t>
              </a:r>
              <a:br>
                <a:rPr lang="en-US" sz="1400" b="1">
                  <a:solidFill>
                    <a:schemeClr val="tx1"/>
                  </a:solidFill>
                </a:rPr>
              </a:br>
              <a:r>
                <a:rPr lang="en-US" sz="1400" b="1">
                  <a:solidFill>
                    <a:schemeClr val="tx1"/>
                  </a:solidFill>
                </a:rPr>
                <a:t>Agent</a:t>
              </a:r>
            </a:p>
          </p:txBody>
        </p:sp>
        <p:pic>
          <p:nvPicPr>
            <p:cNvPr id="10" name="Graphic 9" descr="Left Brain with solid fill">
              <a:extLst>
                <a:ext uri="{FF2B5EF4-FFF2-40B4-BE49-F238E27FC236}">
                  <a16:creationId xmlns:a16="http://schemas.microsoft.com/office/drawing/2014/main" id="{E65C8B83-89CE-7CC5-6AA4-96F3CAD2A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51780" y="1650410"/>
              <a:ext cx="872980" cy="872980"/>
            </a:xfrm>
            <a:prstGeom prst="rect">
              <a:avLst/>
            </a:prstGeom>
          </p:spPr>
        </p:pic>
        <p:sp>
          <p:nvSpPr>
            <p:cNvPr id="14" name="TextBox 13">
              <a:extLst>
                <a:ext uri="{FF2B5EF4-FFF2-40B4-BE49-F238E27FC236}">
                  <a16:creationId xmlns:a16="http://schemas.microsoft.com/office/drawing/2014/main" id="{8C6A4A0D-D980-1D7B-C3F7-462BF50C3895}"/>
                </a:ext>
              </a:extLst>
            </p:cNvPr>
            <p:cNvSpPr txBox="1"/>
            <p:nvPr/>
          </p:nvSpPr>
          <p:spPr>
            <a:xfrm>
              <a:off x="3367317" y="2286096"/>
              <a:ext cx="2650603" cy="373757"/>
            </a:xfrm>
            <a:prstGeom prst="rect">
              <a:avLst/>
            </a:prstGeom>
            <a:noFill/>
          </p:spPr>
          <p:txBody>
            <a:bodyPr wrap="square" rtlCol="0">
              <a:spAutoFit/>
            </a:bodyPr>
            <a:lstStyle/>
            <a:p>
              <a:pPr algn="ctr">
                <a:lnSpc>
                  <a:spcPct val="110000"/>
                </a:lnSpc>
                <a:spcBef>
                  <a:spcPts val="900"/>
                </a:spcBef>
              </a:pPr>
              <a:r>
                <a:rPr lang="en-US" b="1" dirty="0">
                  <a:solidFill>
                    <a:schemeClr val="accent4">
                      <a:lumMod val="75000"/>
                    </a:schemeClr>
                  </a:solidFill>
                </a:rPr>
                <a:t>Agent Orchestrator</a:t>
              </a:r>
            </a:p>
          </p:txBody>
        </p:sp>
        <p:sp>
          <p:nvSpPr>
            <p:cNvPr id="16" name="Rounded Rectangle 15">
              <a:extLst>
                <a:ext uri="{FF2B5EF4-FFF2-40B4-BE49-F238E27FC236}">
                  <a16:creationId xmlns:a16="http://schemas.microsoft.com/office/drawing/2014/main" id="{C7DAA337-E23E-9B55-F9AE-E7259AF7C2B7}"/>
                </a:ext>
              </a:extLst>
            </p:cNvPr>
            <p:cNvSpPr/>
            <p:nvPr/>
          </p:nvSpPr>
          <p:spPr>
            <a:xfrm>
              <a:off x="2251054" y="1415505"/>
              <a:ext cx="4003872" cy="1216355"/>
            </a:xfrm>
            <a:prstGeom prst="roundRect">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a:solidFill>
                  <a:schemeClr val="tx1"/>
                </a:solidFill>
              </a:endParaRPr>
            </a:p>
          </p:txBody>
        </p:sp>
        <p:sp>
          <p:nvSpPr>
            <p:cNvPr id="17" name="Rounded Rectangle 16">
              <a:extLst>
                <a:ext uri="{FF2B5EF4-FFF2-40B4-BE49-F238E27FC236}">
                  <a16:creationId xmlns:a16="http://schemas.microsoft.com/office/drawing/2014/main" id="{55AD71B6-A958-E21E-7FEE-7DEC28DB2D72}"/>
                </a:ext>
              </a:extLst>
            </p:cNvPr>
            <p:cNvSpPr/>
            <p:nvPr/>
          </p:nvSpPr>
          <p:spPr>
            <a:xfrm>
              <a:off x="4905001" y="1734159"/>
              <a:ext cx="1028114" cy="401920"/>
            </a:xfrm>
            <a:prstGeom prst="roundRect">
              <a:avLst/>
            </a:prstGeom>
            <a:solidFill>
              <a:schemeClr val="tx2">
                <a:lumMod val="10000"/>
                <a:lumOff val="9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Plan Generator</a:t>
              </a:r>
            </a:p>
          </p:txBody>
        </p:sp>
        <p:sp>
          <p:nvSpPr>
            <p:cNvPr id="18" name="Rounded Rectangle 17">
              <a:extLst>
                <a:ext uri="{FF2B5EF4-FFF2-40B4-BE49-F238E27FC236}">
                  <a16:creationId xmlns:a16="http://schemas.microsoft.com/office/drawing/2014/main" id="{95D20DD1-7C12-6BA5-C999-0B007EEC3EB6}"/>
                </a:ext>
              </a:extLst>
            </p:cNvPr>
            <p:cNvSpPr/>
            <p:nvPr/>
          </p:nvSpPr>
          <p:spPr>
            <a:xfrm>
              <a:off x="3322137" y="1734159"/>
              <a:ext cx="1028114" cy="373751"/>
            </a:xfrm>
            <a:prstGeom prst="roundRect">
              <a:avLst/>
            </a:prstGeom>
            <a:solidFill>
              <a:schemeClr val="tx2">
                <a:lumMod val="10000"/>
                <a:lumOff val="9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Reasoning Engine</a:t>
              </a:r>
            </a:p>
          </p:txBody>
        </p:sp>
        <p:cxnSp>
          <p:nvCxnSpPr>
            <p:cNvPr id="20" name="Straight Arrow Connector 19">
              <a:extLst>
                <a:ext uri="{FF2B5EF4-FFF2-40B4-BE49-F238E27FC236}">
                  <a16:creationId xmlns:a16="http://schemas.microsoft.com/office/drawing/2014/main" id="{3F284012-6026-86DD-76E0-6578328212E8}"/>
                </a:ext>
              </a:extLst>
            </p:cNvPr>
            <p:cNvCxnSpPr>
              <a:cxnSpLocks/>
            </p:cNvCxnSpPr>
            <p:nvPr/>
          </p:nvCxnSpPr>
          <p:spPr>
            <a:xfrm>
              <a:off x="4470078" y="1921034"/>
              <a:ext cx="375261" cy="0"/>
            </a:xfrm>
            <a:prstGeom prst="straightConnector1">
              <a:avLst/>
            </a:prstGeom>
            <a:ln w="2540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613AD54A-163C-E10C-CD20-8ABF9B3D64D5}"/>
                </a:ext>
              </a:extLst>
            </p:cNvPr>
            <p:cNvSpPr/>
            <p:nvPr/>
          </p:nvSpPr>
          <p:spPr>
            <a:xfrm>
              <a:off x="1905474" y="4768864"/>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Draft &amp; Created Journeys</a:t>
              </a:r>
            </a:p>
          </p:txBody>
        </p:sp>
        <p:sp>
          <p:nvSpPr>
            <p:cNvPr id="27" name="Rounded Rectangle 26">
              <a:extLst>
                <a:ext uri="{FF2B5EF4-FFF2-40B4-BE49-F238E27FC236}">
                  <a16:creationId xmlns:a16="http://schemas.microsoft.com/office/drawing/2014/main" id="{BC785813-7C5E-DA6B-1CFA-0E8FB7CDC073}"/>
                </a:ext>
              </a:extLst>
            </p:cNvPr>
            <p:cNvSpPr/>
            <p:nvPr/>
          </p:nvSpPr>
          <p:spPr>
            <a:xfrm>
              <a:off x="760518" y="3404539"/>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Customer Journey Analytics Questions</a:t>
              </a:r>
            </a:p>
          </p:txBody>
        </p:sp>
        <p:sp>
          <p:nvSpPr>
            <p:cNvPr id="43" name="Rounded Rectangle 42">
              <a:extLst>
                <a:ext uri="{FF2B5EF4-FFF2-40B4-BE49-F238E27FC236}">
                  <a16:creationId xmlns:a16="http://schemas.microsoft.com/office/drawing/2014/main" id="{4A1CA21C-B639-EEFD-8B62-A6B159C444D9}"/>
                </a:ext>
              </a:extLst>
            </p:cNvPr>
            <p:cNvSpPr/>
            <p:nvPr/>
          </p:nvSpPr>
          <p:spPr>
            <a:xfrm>
              <a:off x="5271346" y="6038613"/>
              <a:ext cx="1576209"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Experimentation Agent</a:t>
              </a:r>
            </a:p>
          </p:txBody>
        </p:sp>
        <p:sp>
          <p:nvSpPr>
            <p:cNvPr id="44" name="Rounded Rectangle 43">
              <a:extLst>
                <a:ext uri="{FF2B5EF4-FFF2-40B4-BE49-F238E27FC236}">
                  <a16:creationId xmlns:a16="http://schemas.microsoft.com/office/drawing/2014/main" id="{726E87C0-33AE-3328-A8F3-B4161F9C45A2}"/>
                </a:ext>
              </a:extLst>
            </p:cNvPr>
            <p:cNvSpPr/>
            <p:nvPr/>
          </p:nvSpPr>
          <p:spPr>
            <a:xfrm>
              <a:off x="5271346" y="5487244"/>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Analyze &amp; optimize experiments</a:t>
              </a:r>
            </a:p>
          </p:txBody>
        </p:sp>
        <p:sp>
          <p:nvSpPr>
            <p:cNvPr id="48" name="TextBox 47">
              <a:extLst>
                <a:ext uri="{FF2B5EF4-FFF2-40B4-BE49-F238E27FC236}">
                  <a16:creationId xmlns:a16="http://schemas.microsoft.com/office/drawing/2014/main" id="{D9828F5A-2B34-0E7C-0139-E0DA12FDB527}"/>
                </a:ext>
              </a:extLst>
            </p:cNvPr>
            <p:cNvSpPr txBox="1"/>
            <p:nvPr/>
          </p:nvSpPr>
          <p:spPr>
            <a:xfrm>
              <a:off x="5488721" y="2795459"/>
              <a:ext cx="1435260" cy="1124154"/>
            </a:xfrm>
            <a:prstGeom prst="rect">
              <a:avLst/>
            </a:prstGeom>
            <a:noFill/>
          </p:spPr>
          <p:txBody>
            <a:bodyPr wrap="square" rtlCol="0">
              <a:spAutoFit/>
            </a:bodyPr>
            <a:lstStyle/>
            <a:p>
              <a:pPr algn="l">
                <a:lnSpc>
                  <a:spcPct val="110000"/>
                </a:lnSpc>
                <a:spcBef>
                  <a:spcPts val="900"/>
                </a:spcBef>
              </a:pPr>
              <a:r>
                <a:rPr lang="en-US" sz="6600" dirty="0">
                  <a:solidFill>
                    <a:schemeClr val="tx1">
                      <a:lumMod val="50000"/>
                      <a:lumOff val="50000"/>
                    </a:schemeClr>
                  </a:solidFill>
                </a:rPr>
                <a:t>…</a:t>
              </a:r>
            </a:p>
          </p:txBody>
        </p:sp>
        <p:sp>
          <p:nvSpPr>
            <p:cNvPr id="49" name="Rounded Rectangle 48">
              <a:extLst>
                <a:ext uri="{FF2B5EF4-FFF2-40B4-BE49-F238E27FC236}">
                  <a16:creationId xmlns:a16="http://schemas.microsoft.com/office/drawing/2014/main" id="{55912856-5B64-ED4C-9475-0BE7C1E3B10D}"/>
                </a:ext>
              </a:extLst>
            </p:cNvPr>
            <p:cNvSpPr/>
            <p:nvPr/>
          </p:nvSpPr>
          <p:spPr>
            <a:xfrm>
              <a:off x="3066423" y="3668441"/>
              <a:ext cx="1576209"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Audience Agent</a:t>
              </a:r>
            </a:p>
          </p:txBody>
        </p:sp>
        <p:sp>
          <p:nvSpPr>
            <p:cNvPr id="50" name="Rounded Rectangle 49">
              <a:extLst>
                <a:ext uri="{FF2B5EF4-FFF2-40B4-BE49-F238E27FC236}">
                  <a16:creationId xmlns:a16="http://schemas.microsoft.com/office/drawing/2014/main" id="{EB5DF54F-BCCE-DD78-FC31-F5C266558CDC}"/>
                </a:ext>
              </a:extLst>
            </p:cNvPr>
            <p:cNvSpPr/>
            <p:nvPr/>
          </p:nvSpPr>
          <p:spPr>
            <a:xfrm>
              <a:off x="3066423" y="3103331"/>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dirty="0">
                  <a:solidFill>
                    <a:schemeClr val="tx1"/>
                  </a:solidFill>
                </a:rPr>
                <a:t>Create and manage audiences</a:t>
              </a:r>
            </a:p>
          </p:txBody>
        </p:sp>
        <p:sp>
          <p:nvSpPr>
            <p:cNvPr id="64" name="TextBox 63">
              <a:extLst>
                <a:ext uri="{FF2B5EF4-FFF2-40B4-BE49-F238E27FC236}">
                  <a16:creationId xmlns:a16="http://schemas.microsoft.com/office/drawing/2014/main" id="{72D43821-A028-1823-B68F-7533482C1D57}"/>
                </a:ext>
              </a:extLst>
            </p:cNvPr>
            <p:cNvSpPr txBox="1"/>
            <p:nvPr/>
          </p:nvSpPr>
          <p:spPr>
            <a:xfrm>
              <a:off x="656868" y="4878164"/>
              <a:ext cx="1435260" cy="1124154"/>
            </a:xfrm>
            <a:prstGeom prst="rect">
              <a:avLst/>
            </a:prstGeom>
            <a:noFill/>
          </p:spPr>
          <p:txBody>
            <a:bodyPr wrap="square" rtlCol="0">
              <a:spAutoFit/>
            </a:bodyPr>
            <a:lstStyle/>
            <a:p>
              <a:pPr algn="l">
                <a:lnSpc>
                  <a:spcPct val="110000"/>
                </a:lnSpc>
                <a:spcBef>
                  <a:spcPts val="900"/>
                </a:spcBef>
              </a:pPr>
              <a:r>
                <a:rPr lang="en-US" sz="6600">
                  <a:solidFill>
                    <a:schemeClr val="tx1">
                      <a:lumMod val="50000"/>
                      <a:lumOff val="50000"/>
                    </a:schemeClr>
                  </a:solidFill>
                </a:rPr>
                <a:t>…</a:t>
              </a:r>
            </a:p>
          </p:txBody>
        </p:sp>
        <p:sp>
          <p:nvSpPr>
            <p:cNvPr id="3" name="Rounded Rectangle 2">
              <a:extLst>
                <a:ext uri="{FF2B5EF4-FFF2-40B4-BE49-F238E27FC236}">
                  <a16:creationId xmlns:a16="http://schemas.microsoft.com/office/drawing/2014/main" id="{F6F90E99-6A11-C4AA-A06A-D61ABEA274BB}"/>
                </a:ext>
              </a:extLst>
            </p:cNvPr>
            <p:cNvSpPr/>
            <p:nvPr/>
          </p:nvSpPr>
          <p:spPr>
            <a:xfrm>
              <a:off x="4082727" y="4880027"/>
              <a:ext cx="1576208" cy="457200"/>
            </a:xfrm>
            <a:prstGeom prst="roundRect">
              <a:avLst>
                <a:gd name="adj" fmla="val 28168"/>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Product Support Agent</a:t>
              </a:r>
            </a:p>
          </p:txBody>
        </p:sp>
        <p:sp>
          <p:nvSpPr>
            <p:cNvPr id="7" name="Rounded Rectangle 6">
              <a:extLst>
                <a:ext uri="{FF2B5EF4-FFF2-40B4-BE49-F238E27FC236}">
                  <a16:creationId xmlns:a16="http://schemas.microsoft.com/office/drawing/2014/main" id="{FCAE2B6B-C53F-1F58-E16C-1C5840E1DFA0}"/>
                </a:ext>
              </a:extLst>
            </p:cNvPr>
            <p:cNvSpPr/>
            <p:nvPr/>
          </p:nvSpPr>
          <p:spPr>
            <a:xfrm>
              <a:off x="4082727" y="4328659"/>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Enhanced support &amp; troubleshooting</a:t>
              </a:r>
            </a:p>
          </p:txBody>
        </p:sp>
      </p:grpSp>
    </p:spTree>
    <p:extLst>
      <p:ext uri="{BB962C8B-B14F-4D97-AF65-F5344CB8AC3E}">
        <p14:creationId xmlns:p14="http://schemas.microsoft.com/office/powerpoint/2010/main" val="3728788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DE2A7-6586-C2B5-5EBA-56EE05460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AB738-1AA0-BD03-EA9D-1FFB5884B9C9}"/>
              </a:ext>
            </a:extLst>
          </p:cNvPr>
          <p:cNvSpPr>
            <a:spLocks noGrp="1"/>
          </p:cNvSpPr>
          <p:nvPr>
            <p:ph type="title"/>
          </p:nvPr>
        </p:nvSpPr>
        <p:spPr>
          <a:xfrm>
            <a:off x="319884" y="157125"/>
            <a:ext cx="10972800" cy="946389"/>
          </a:xfrm>
        </p:spPr>
        <p:txBody>
          <a:bodyPr/>
          <a:lstStyle/>
          <a:p>
            <a:r>
              <a:rPr lang="en-US" dirty="0"/>
              <a:t>The Agent Orchestrator Stack</a:t>
            </a:r>
          </a:p>
        </p:txBody>
      </p:sp>
      <p:sp>
        <p:nvSpPr>
          <p:cNvPr id="86" name="TextBox 85">
            <a:extLst>
              <a:ext uri="{FF2B5EF4-FFF2-40B4-BE49-F238E27FC236}">
                <a16:creationId xmlns:a16="http://schemas.microsoft.com/office/drawing/2014/main" id="{A9A724BB-EE9D-A6DC-67BE-F5D8DCD2DC74}"/>
              </a:ext>
            </a:extLst>
          </p:cNvPr>
          <p:cNvSpPr txBox="1"/>
          <p:nvPr/>
        </p:nvSpPr>
        <p:spPr>
          <a:xfrm>
            <a:off x="11021917" y="4364171"/>
            <a:ext cx="1435260" cy="842731"/>
          </a:xfrm>
          <a:prstGeom prst="rect">
            <a:avLst/>
          </a:prstGeom>
          <a:noFill/>
        </p:spPr>
        <p:txBody>
          <a:bodyPr wrap="square" rtlCol="0">
            <a:spAutoFit/>
          </a:bodyPr>
          <a:lstStyle/>
          <a:p>
            <a:pPr algn="l">
              <a:lnSpc>
                <a:spcPct val="110000"/>
              </a:lnSpc>
              <a:spcBef>
                <a:spcPts val="900"/>
              </a:spcBef>
            </a:pPr>
            <a:r>
              <a:rPr lang="en-US" sz="4800">
                <a:solidFill>
                  <a:schemeClr val="tx1">
                    <a:lumMod val="50000"/>
                    <a:lumOff val="50000"/>
                  </a:schemeClr>
                </a:solidFill>
              </a:rPr>
              <a:t>…</a:t>
            </a:r>
          </a:p>
        </p:txBody>
      </p:sp>
      <p:sp>
        <p:nvSpPr>
          <p:cNvPr id="87" name="Rounded Rectangle 86">
            <a:extLst>
              <a:ext uri="{FF2B5EF4-FFF2-40B4-BE49-F238E27FC236}">
                <a16:creationId xmlns:a16="http://schemas.microsoft.com/office/drawing/2014/main" id="{3EEF74E9-A45E-FFBB-0392-12C4F4986675}"/>
              </a:ext>
            </a:extLst>
          </p:cNvPr>
          <p:cNvSpPr/>
          <p:nvPr/>
        </p:nvSpPr>
        <p:spPr>
          <a:xfrm>
            <a:off x="2336868" y="5862892"/>
            <a:ext cx="1348451" cy="39531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Team A</a:t>
            </a:r>
          </a:p>
        </p:txBody>
      </p:sp>
      <p:sp>
        <p:nvSpPr>
          <p:cNvPr id="88" name="Rounded Rectangle 87">
            <a:extLst>
              <a:ext uri="{FF2B5EF4-FFF2-40B4-BE49-F238E27FC236}">
                <a16:creationId xmlns:a16="http://schemas.microsoft.com/office/drawing/2014/main" id="{A01AD2C6-E6B0-9FE8-9C9D-4B03F722B1C9}"/>
              </a:ext>
            </a:extLst>
          </p:cNvPr>
          <p:cNvSpPr/>
          <p:nvPr/>
        </p:nvSpPr>
        <p:spPr>
          <a:xfrm>
            <a:off x="5522971" y="5875136"/>
            <a:ext cx="1348451" cy="395312"/>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Team B</a:t>
            </a:r>
          </a:p>
        </p:txBody>
      </p:sp>
      <p:sp>
        <p:nvSpPr>
          <p:cNvPr id="89" name="Rounded Rectangle 88">
            <a:extLst>
              <a:ext uri="{FF2B5EF4-FFF2-40B4-BE49-F238E27FC236}">
                <a16:creationId xmlns:a16="http://schemas.microsoft.com/office/drawing/2014/main" id="{86CA36A2-EE23-503F-D7C6-632408E32BD6}"/>
              </a:ext>
            </a:extLst>
          </p:cNvPr>
          <p:cNvSpPr/>
          <p:nvPr/>
        </p:nvSpPr>
        <p:spPr>
          <a:xfrm>
            <a:off x="8516440" y="5862892"/>
            <a:ext cx="1348451" cy="395312"/>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Team C</a:t>
            </a:r>
          </a:p>
        </p:txBody>
      </p:sp>
      <p:pic>
        <p:nvPicPr>
          <p:cNvPr id="90" name="Graphic 89" descr="Programmer female with solid fill">
            <a:extLst>
              <a:ext uri="{FF2B5EF4-FFF2-40B4-BE49-F238E27FC236}">
                <a16:creationId xmlns:a16="http://schemas.microsoft.com/office/drawing/2014/main" id="{4BEDA3C5-91F1-9532-C1BF-79D2D68FCB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74376" y="4528938"/>
            <a:ext cx="486608" cy="486608"/>
          </a:xfrm>
          <a:prstGeom prst="rect">
            <a:avLst/>
          </a:prstGeom>
        </p:spPr>
      </p:pic>
      <p:pic>
        <p:nvPicPr>
          <p:cNvPr id="91" name="Graphic 90" descr="Programmer male with solid fill">
            <a:extLst>
              <a:ext uri="{FF2B5EF4-FFF2-40B4-BE49-F238E27FC236}">
                <a16:creationId xmlns:a16="http://schemas.microsoft.com/office/drawing/2014/main" id="{5DDB78D7-59A0-376B-8B5D-40C56FF2B8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81164" y="4529385"/>
            <a:ext cx="486608" cy="486608"/>
          </a:xfrm>
          <a:prstGeom prst="rect">
            <a:avLst/>
          </a:prstGeom>
        </p:spPr>
      </p:pic>
      <p:pic>
        <p:nvPicPr>
          <p:cNvPr id="92" name="Graphic 91" descr="Programmer male with solid fill">
            <a:extLst>
              <a:ext uri="{FF2B5EF4-FFF2-40B4-BE49-F238E27FC236}">
                <a16:creationId xmlns:a16="http://schemas.microsoft.com/office/drawing/2014/main" id="{0EB28DF4-EF26-0FA4-0267-8DE10ED16B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5390" y="4976648"/>
            <a:ext cx="486608" cy="486608"/>
          </a:xfrm>
          <a:prstGeom prst="rect">
            <a:avLst/>
          </a:prstGeom>
        </p:spPr>
      </p:pic>
      <p:pic>
        <p:nvPicPr>
          <p:cNvPr id="93" name="Graphic 92" descr="Programmer female with solid fill">
            <a:extLst>
              <a:ext uri="{FF2B5EF4-FFF2-40B4-BE49-F238E27FC236}">
                <a16:creationId xmlns:a16="http://schemas.microsoft.com/office/drawing/2014/main" id="{0442F463-F3D1-580A-7ED4-E76314B711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51800" y="4893776"/>
            <a:ext cx="486608" cy="486608"/>
          </a:xfrm>
          <a:prstGeom prst="rect">
            <a:avLst/>
          </a:prstGeom>
        </p:spPr>
      </p:pic>
      <p:sp>
        <p:nvSpPr>
          <p:cNvPr id="94" name="Magnetic Disk 93">
            <a:extLst>
              <a:ext uri="{FF2B5EF4-FFF2-40B4-BE49-F238E27FC236}">
                <a16:creationId xmlns:a16="http://schemas.microsoft.com/office/drawing/2014/main" id="{ACE0C3F4-D2B1-3660-B5D0-1AD4B53C4E72}"/>
              </a:ext>
            </a:extLst>
          </p:cNvPr>
          <p:cNvSpPr/>
          <p:nvPr/>
        </p:nvSpPr>
        <p:spPr>
          <a:xfrm>
            <a:off x="2333865" y="5500066"/>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Magnetic Disk 94">
            <a:extLst>
              <a:ext uri="{FF2B5EF4-FFF2-40B4-BE49-F238E27FC236}">
                <a16:creationId xmlns:a16="http://schemas.microsoft.com/office/drawing/2014/main" id="{F9E4F39A-CD93-D529-096D-7B5933FBC721}"/>
              </a:ext>
            </a:extLst>
          </p:cNvPr>
          <p:cNvSpPr/>
          <p:nvPr/>
        </p:nvSpPr>
        <p:spPr>
          <a:xfrm>
            <a:off x="2865710" y="5500066"/>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6" name="Graphic 95" descr="Programmer female with solid fill">
            <a:extLst>
              <a:ext uri="{FF2B5EF4-FFF2-40B4-BE49-F238E27FC236}">
                <a16:creationId xmlns:a16="http://schemas.microsoft.com/office/drawing/2014/main" id="{F1D21E9B-2A84-7CC4-B900-10CAF9FA43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36604" y="4618647"/>
            <a:ext cx="486608" cy="486608"/>
          </a:xfrm>
          <a:prstGeom prst="rect">
            <a:avLst/>
          </a:prstGeom>
        </p:spPr>
      </p:pic>
      <p:pic>
        <p:nvPicPr>
          <p:cNvPr id="97" name="Graphic 96" descr="Programmer male with solid fill">
            <a:extLst>
              <a:ext uri="{FF2B5EF4-FFF2-40B4-BE49-F238E27FC236}">
                <a16:creationId xmlns:a16="http://schemas.microsoft.com/office/drawing/2014/main" id="{AEA30313-7FDB-A0ED-CEF7-25B749FB16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43392" y="4619094"/>
            <a:ext cx="486608" cy="486608"/>
          </a:xfrm>
          <a:prstGeom prst="rect">
            <a:avLst/>
          </a:prstGeom>
        </p:spPr>
      </p:pic>
      <p:pic>
        <p:nvPicPr>
          <p:cNvPr id="98" name="Graphic 97" descr="Programmer male with solid fill">
            <a:extLst>
              <a:ext uri="{FF2B5EF4-FFF2-40B4-BE49-F238E27FC236}">
                <a16:creationId xmlns:a16="http://schemas.microsoft.com/office/drawing/2014/main" id="{5C1E0BA6-A191-1CC8-F172-8382BFF91C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7618" y="5066357"/>
            <a:ext cx="486608" cy="486608"/>
          </a:xfrm>
          <a:prstGeom prst="rect">
            <a:avLst/>
          </a:prstGeom>
        </p:spPr>
      </p:pic>
      <p:pic>
        <p:nvPicPr>
          <p:cNvPr id="99" name="Graphic 98" descr="Programmer female with solid fill">
            <a:extLst>
              <a:ext uri="{FF2B5EF4-FFF2-40B4-BE49-F238E27FC236}">
                <a16:creationId xmlns:a16="http://schemas.microsoft.com/office/drawing/2014/main" id="{F55ED0CC-04D4-62E3-3FDA-D4B3B886E3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4028" y="4983485"/>
            <a:ext cx="486608" cy="486608"/>
          </a:xfrm>
          <a:prstGeom prst="rect">
            <a:avLst/>
          </a:prstGeom>
        </p:spPr>
      </p:pic>
      <p:sp>
        <p:nvSpPr>
          <p:cNvPr id="100" name="Magnetic Disk 99">
            <a:extLst>
              <a:ext uri="{FF2B5EF4-FFF2-40B4-BE49-F238E27FC236}">
                <a16:creationId xmlns:a16="http://schemas.microsoft.com/office/drawing/2014/main" id="{3957EF65-FEFA-A1A8-B669-910817D10671}"/>
              </a:ext>
            </a:extLst>
          </p:cNvPr>
          <p:cNvSpPr/>
          <p:nvPr/>
        </p:nvSpPr>
        <p:spPr>
          <a:xfrm>
            <a:off x="8778172" y="5493168"/>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1" name="Magnetic Disk 100">
            <a:extLst>
              <a:ext uri="{FF2B5EF4-FFF2-40B4-BE49-F238E27FC236}">
                <a16:creationId xmlns:a16="http://schemas.microsoft.com/office/drawing/2014/main" id="{9C32D435-2119-70C7-948E-AF06F7E083C0}"/>
              </a:ext>
            </a:extLst>
          </p:cNvPr>
          <p:cNvSpPr/>
          <p:nvPr/>
        </p:nvSpPr>
        <p:spPr>
          <a:xfrm>
            <a:off x="9250628" y="5493168"/>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 name="Graphic 101" descr="Programmer female with solid fill">
            <a:extLst>
              <a:ext uri="{FF2B5EF4-FFF2-40B4-BE49-F238E27FC236}">
                <a16:creationId xmlns:a16="http://schemas.microsoft.com/office/drawing/2014/main" id="{1AAC6B17-273C-9E21-9F15-F3143650CC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80944" y="4367091"/>
            <a:ext cx="486608" cy="486608"/>
          </a:xfrm>
          <a:prstGeom prst="rect">
            <a:avLst/>
          </a:prstGeom>
        </p:spPr>
      </p:pic>
      <p:pic>
        <p:nvPicPr>
          <p:cNvPr id="103" name="Graphic 102" descr="Programmer male with solid fill">
            <a:extLst>
              <a:ext uri="{FF2B5EF4-FFF2-40B4-BE49-F238E27FC236}">
                <a16:creationId xmlns:a16="http://schemas.microsoft.com/office/drawing/2014/main" id="{3D7E0336-22A4-6872-F893-4F2D552BB29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87732" y="4367538"/>
            <a:ext cx="486608" cy="486608"/>
          </a:xfrm>
          <a:prstGeom prst="rect">
            <a:avLst/>
          </a:prstGeom>
        </p:spPr>
      </p:pic>
      <p:pic>
        <p:nvPicPr>
          <p:cNvPr id="104" name="Graphic 103" descr="Programmer male with solid fill">
            <a:extLst>
              <a:ext uri="{FF2B5EF4-FFF2-40B4-BE49-F238E27FC236}">
                <a16:creationId xmlns:a16="http://schemas.microsoft.com/office/drawing/2014/main" id="{FB915E3C-753C-9294-B2E0-ED58A15B567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61958" y="4814801"/>
            <a:ext cx="486608" cy="486608"/>
          </a:xfrm>
          <a:prstGeom prst="rect">
            <a:avLst/>
          </a:prstGeom>
        </p:spPr>
      </p:pic>
      <p:pic>
        <p:nvPicPr>
          <p:cNvPr id="105" name="Graphic 104" descr="Programmer female with solid fill">
            <a:extLst>
              <a:ext uri="{FF2B5EF4-FFF2-40B4-BE49-F238E27FC236}">
                <a16:creationId xmlns:a16="http://schemas.microsoft.com/office/drawing/2014/main" id="{AB8FE5F7-C9D3-A36A-916C-4EB94E6CD4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8368" y="4731929"/>
            <a:ext cx="486608" cy="486608"/>
          </a:xfrm>
          <a:prstGeom prst="rect">
            <a:avLst/>
          </a:prstGeom>
        </p:spPr>
      </p:pic>
      <p:sp>
        <p:nvSpPr>
          <p:cNvPr id="106" name="Rounded Rectangle 105">
            <a:extLst>
              <a:ext uri="{FF2B5EF4-FFF2-40B4-BE49-F238E27FC236}">
                <a16:creationId xmlns:a16="http://schemas.microsoft.com/office/drawing/2014/main" id="{9DA9C00B-58ED-3690-BF72-17C834E50FC6}"/>
              </a:ext>
            </a:extLst>
          </p:cNvPr>
          <p:cNvSpPr/>
          <p:nvPr/>
        </p:nvSpPr>
        <p:spPr>
          <a:xfrm>
            <a:off x="4850978" y="1103514"/>
            <a:ext cx="2490043" cy="666824"/>
          </a:xfrm>
          <a:prstGeom prst="roundRect">
            <a:avLst/>
          </a:prstGeom>
          <a:solidFill>
            <a:schemeClr val="accent2">
              <a:lumMod val="20000"/>
              <a:lumOff val="80000"/>
              <a:alpha val="50000"/>
            </a:schemeClr>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Single Conversational Interface</a:t>
            </a:r>
          </a:p>
        </p:txBody>
      </p:sp>
      <p:sp>
        <p:nvSpPr>
          <p:cNvPr id="107" name="Up-Down Arrow 106">
            <a:extLst>
              <a:ext uri="{FF2B5EF4-FFF2-40B4-BE49-F238E27FC236}">
                <a16:creationId xmlns:a16="http://schemas.microsoft.com/office/drawing/2014/main" id="{15925C7A-512E-86C9-4AE4-5A90EB5F5129}"/>
              </a:ext>
            </a:extLst>
          </p:cNvPr>
          <p:cNvSpPr/>
          <p:nvPr/>
        </p:nvSpPr>
        <p:spPr>
          <a:xfrm>
            <a:off x="6072919" y="1805686"/>
            <a:ext cx="170064" cy="462989"/>
          </a:xfrm>
          <a:prstGeom prst="upDownArrow">
            <a:avLst/>
          </a:prstGeom>
          <a:solidFill>
            <a:srgbClr val="C4C4C4"/>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8" name="Graphic 107" descr="Programmer male with solid fill">
            <a:extLst>
              <a:ext uri="{FF2B5EF4-FFF2-40B4-BE49-F238E27FC236}">
                <a16:creationId xmlns:a16="http://schemas.microsoft.com/office/drawing/2014/main" id="{DD2669DC-1329-9855-841B-C37A28AD08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95603" y="1176909"/>
            <a:ext cx="486608" cy="486608"/>
          </a:xfrm>
          <a:prstGeom prst="rect">
            <a:avLst/>
          </a:prstGeom>
        </p:spPr>
      </p:pic>
      <p:pic>
        <p:nvPicPr>
          <p:cNvPr id="109" name="Graphic 108" descr="Programmer female with solid fill">
            <a:extLst>
              <a:ext uri="{FF2B5EF4-FFF2-40B4-BE49-F238E27FC236}">
                <a16:creationId xmlns:a16="http://schemas.microsoft.com/office/drawing/2014/main" id="{1469B5B5-AC75-0E74-2699-727B7642634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70732" y="1009337"/>
            <a:ext cx="486608" cy="486608"/>
          </a:xfrm>
          <a:prstGeom prst="rect">
            <a:avLst/>
          </a:prstGeom>
        </p:spPr>
      </p:pic>
      <p:pic>
        <p:nvPicPr>
          <p:cNvPr id="110" name="Graphic 109" descr="Programmer female with solid fill">
            <a:extLst>
              <a:ext uri="{FF2B5EF4-FFF2-40B4-BE49-F238E27FC236}">
                <a16:creationId xmlns:a16="http://schemas.microsoft.com/office/drawing/2014/main" id="{0C2FC516-90EC-60B0-647A-E09ACCC32ED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79828" y="1466838"/>
            <a:ext cx="486608" cy="486608"/>
          </a:xfrm>
          <a:prstGeom prst="rect">
            <a:avLst/>
          </a:prstGeom>
        </p:spPr>
      </p:pic>
      <p:grpSp>
        <p:nvGrpSpPr>
          <p:cNvPr id="4" name="Group 3">
            <a:extLst>
              <a:ext uri="{FF2B5EF4-FFF2-40B4-BE49-F238E27FC236}">
                <a16:creationId xmlns:a16="http://schemas.microsoft.com/office/drawing/2014/main" id="{2E6026BA-B0D5-108F-B3C6-C8D5007FEB98}"/>
              </a:ext>
            </a:extLst>
          </p:cNvPr>
          <p:cNvGrpSpPr/>
          <p:nvPr/>
        </p:nvGrpSpPr>
        <p:grpSpPr>
          <a:xfrm>
            <a:off x="5368191" y="4376317"/>
            <a:ext cx="1576207" cy="1030147"/>
            <a:chOff x="4217089" y="4344243"/>
            <a:chExt cx="1576207" cy="1030147"/>
          </a:xfrm>
        </p:grpSpPr>
        <p:sp>
          <p:nvSpPr>
            <p:cNvPr id="112" name="Rounded Rectangle 111">
              <a:extLst>
                <a:ext uri="{FF2B5EF4-FFF2-40B4-BE49-F238E27FC236}">
                  <a16:creationId xmlns:a16="http://schemas.microsoft.com/office/drawing/2014/main" id="{05EF2FEF-5307-3F49-20CE-FDB19905FDC6}"/>
                </a:ext>
              </a:extLst>
            </p:cNvPr>
            <p:cNvSpPr/>
            <p:nvPr/>
          </p:nvSpPr>
          <p:spPr>
            <a:xfrm>
              <a:off x="4217089" y="4976882"/>
              <a:ext cx="1576207" cy="397508"/>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Agent B</a:t>
              </a:r>
            </a:p>
          </p:txBody>
        </p:sp>
        <p:sp>
          <p:nvSpPr>
            <p:cNvPr id="113" name="Rounded Rectangle 112">
              <a:extLst>
                <a:ext uri="{FF2B5EF4-FFF2-40B4-BE49-F238E27FC236}">
                  <a16:creationId xmlns:a16="http://schemas.microsoft.com/office/drawing/2014/main" id="{E3DAE9ED-2DBB-2002-7C44-5FB01B0A7904}"/>
                </a:ext>
              </a:extLst>
            </p:cNvPr>
            <p:cNvSpPr/>
            <p:nvPr/>
          </p:nvSpPr>
          <p:spPr>
            <a:xfrm>
              <a:off x="4217089" y="4344243"/>
              <a:ext cx="1576207" cy="1030147"/>
            </a:xfrm>
            <a:prstGeom prst="roundRect">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2870" indent="-102870">
                <a:buFont typeface="Arial" panose="020B0604020202020204" pitchFamily="34" charset="0"/>
                <a:buChar char="•"/>
              </a:pPr>
              <a:r>
                <a:rPr lang="en-US" sz="1050">
                  <a:solidFill>
                    <a:schemeClr val="tx1"/>
                  </a:solidFill>
                </a:rPr>
                <a:t>Natural Language Description</a:t>
              </a:r>
            </a:p>
            <a:p>
              <a:pPr marL="102870" indent="-102870">
                <a:buFont typeface="Arial" panose="020B0604020202020204" pitchFamily="34" charset="0"/>
                <a:buChar char="•"/>
              </a:pPr>
              <a:r>
                <a:rPr lang="en-US" sz="1050">
                  <a:solidFill>
                    <a:schemeClr val="tx1"/>
                  </a:solidFill>
                </a:rPr>
                <a:t>Multimodal input </a:t>
              </a:r>
            </a:p>
          </p:txBody>
        </p:sp>
      </p:grpSp>
      <p:grpSp>
        <p:nvGrpSpPr>
          <p:cNvPr id="5" name="Group 4">
            <a:extLst>
              <a:ext uri="{FF2B5EF4-FFF2-40B4-BE49-F238E27FC236}">
                <a16:creationId xmlns:a16="http://schemas.microsoft.com/office/drawing/2014/main" id="{5A54B18B-281C-A155-C5C5-175D25290CF9}"/>
              </a:ext>
            </a:extLst>
          </p:cNvPr>
          <p:cNvGrpSpPr/>
          <p:nvPr/>
        </p:nvGrpSpPr>
        <p:grpSpPr>
          <a:xfrm>
            <a:off x="2222991" y="4375509"/>
            <a:ext cx="1576207" cy="1030147"/>
            <a:chOff x="1240234" y="4358759"/>
            <a:chExt cx="1576207" cy="1030147"/>
          </a:xfrm>
        </p:grpSpPr>
        <p:sp>
          <p:nvSpPr>
            <p:cNvPr id="114" name="Rounded Rectangle 113">
              <a:extLst>
                <a:ext uri="{FF2B5EF4-FFF2-40B4-BE49-F238E27FC236}">
                  <a16:creationId xmlns:a16="http://schemas.microsoft.com/office/drawing/2014/main" id="{11243865-C2CE-7F19-7E22-72FCBEEAAAE5}"/>
                </a:ext>
              </a:extLst>
            </p:cNvPr>
            <p:cNvSpPr/>
            <p:nvPr/>
          </p:nvSpPr>
          <p:spPr>
            <a:xfrm>
              <a:off x="1240234" y="4991398"/>
              <a:ext cx="1576207" cy="397508"/>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Agent A</a:t>
              </a:r>
            </a:p>
          </p:txBody>
        </p:sp>
        <p:sp>
          <p:nvSpPr>
            <p:cNvPr id="115" name="Rounded Rectangle 114">
              <a:extLst>
                <a:ext uri="{FF2B5EF4-FFF2-40B4-BE49-F238E27FC236}">
                  <a16:creationId xmlns:a16="http://schemas.microsoft.com/office/drawing/2014/main" id="{515B4C19-3B81-6A5C-AF2C-C101983AD20D}"/>
                </a:ext>
              </a:extLst>
            </p:cNvPr>
            <p:cNvSpPr/>
            <p:nvPr/>
          </p:nvSpPr>
          <p:spPr>
            <a:xfrm>
              <a:off x="1240234" y="4358759"/>
              <a:ext cx="1576207" cy="1030147"/>
            </a:xfrm>
            <a:prstGeom prst="roundRect">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2870" indent="-102870">
                <a:buFont typeface="Arial" panose="020B0604020202020204" pitchFamily="34" charset="0"/>
                <a:buChar char="•"/>
              </a:pPr>
              <a:r>
                <a:rPr lang="en-US" sz="1050">
                  <a:solidFill>
                    <a:schemeClr val="tx1"/>
                  </a:solidFill>
                </a:rPr>
                <a:t>Natural Language Description</a:t>
              </a:r>
            </a:p>
            <a:p>
              <a:pPr marL="102870" indent="-102870">
                <a:buFont typeface="Arial" panose="020B0604020202020204" pitchFamily="34" charset="0"/>
                <a:buChar char="•"/>
              </a:pPr>
              <a:r>
                <a:rPr lang="en-US" sz="1050">
                  <a:solidFill>
                    <a:schemeClr val="tx1"/>
                  </a:solidFill>
                </a:rPr>
                <a:t>Multimodal input </a:t>
              </a:r>
            </a:p>
          </p:txBody>
        </p:sp>
      </p:grpSp>
      <p:grpSp>
        <p:nvGrpSpPr>
          <p:cNvPr id="3" name="Group 2">
            <a:extLst>
              <a:ext uri="{FF2B5EF4-FFF2-40B4-BE49-F238E27FC236}">
                <a16:creationId xmlns:a16="http://schemas.microsoft.com/office/drawing/2014/main" id="{D84B31D3-51D0-3C2E-DD8E-B3AD7CA43197}"/>
              </a:ext>
            </a:extLst>
          </p:cNvPr>
          <p:cNvGrpSpPr/>
          <p:nvPr/>
        </p:nvGrpSpPr>
        <p:grpSpPr>
          <a:xfrm>
            <a:off x="8405220" y="4375509"/>
            <a:ext cx="1576207" cy="1030147"/>
            <a:chOff x="7422463" y="4431259"/>
            <a:chExt cx="1576207" cy="1030147"/>
          </a:xfrm>
        </p:grpSpPr>
        <p:sp>
          <p:nvSpPr>
            <p:cNvPr id="116" name="Rounded Rectangle 115">
              <a:extLst>
                <a:ext uri="{FF2B5EF4-FFF2-40B4-BE49-F238E27FC236}">
                  <a16:creationId xmlns:a16="http://schemas.microsoft.com/office/drawing/2014/main" id="{427AE49A-9901-6719-6705-0710F8B30E31}"/>
                </a:ext>
              </a:extLst>
            </p:cNvPr>
            <p:cNvSpPr/>
            <p:nvPr/>
          </p:nvSpPr>
          <p:spPr>
            <a:xfrm>
              <a:off x="7422463" y="5063898"/>
              <a:ext cx="1576207" cy="397508"/>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Agent C</a:t>
              </a:r>
            </a:p>
          </p:txBody>
        </p:sp>
        <p:sp>
          <p:nvSpPr>
            <p:cNvPr id="117" name="Rounded Rectangle 116">
              <a:extLst>
                <a:ext uri="{FF2B5EF4-FFF2-40B4-BE49-F238E27FC236}">
                  <a16:creationId xmlns:a16="http://schemas.microsoft.com/office/drawing/2014/main" id="{4DAD7F2C-B549-C9E5-301C-C3766470E005}"/>
                </a:ext>
              </a:extLst>
            </p:cNvPr>
            <p:cNvSpPr/>
            <p:nvPr/>
          </p:nvSpPr>
          <p:spPr>
            <a:xfrm>
              <a:off x="7422463" y="4431259"/>
              <a:ext cx="1576207" cy="1030147"/>
            </a:xfrm>
            <a:prstGeom prst="roundRect">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02870" indent="-102870">
                <a:buFont typeface="Arial" panose="020B0604020202020204" pitchFamily="34" charset="0"/>
                <a:buChar char="•"/>
              </a:pPr>
              <a:r>
                <a:rPr lang="en-US" sz="1050">
                  <a:solidFill>
                    <a:schemeClr val="tx1"/>
                  </a:solidFill>
                </a:rPr>
                <a:t>Natural Language Description</a:t>
              </a:r>
            </a:p>
            <a:p>
              <a:pPr marL="102870" indent="-102870">
                <a:buFont typeface="Arial" panose="020B0604020202020204" pitchFamily="34" charset="0"/>
                <a:buChar char="•"/>
              </a:pPr>
              <a:r>
                <a:rPr lang="en-US" sz="1050">
                  <a:solidFill>
                    <a:schemeClr val="tx1"/>
                  </a:solidFill>
                </a:rPr>
                <a:t>Multimodal input</a:t>
              </a:r>
            </a:p>
          </p:txBody>
        </p:sp>
      </p:grpSp>
      <p:cxnSp>
        <p:nvCxnSpPr>
          <p:cNvPr id="119" name="Curved Connector 118">
            <a:extLst>
              <a:ext uri="{FF2B5EF4-FFF2-40B4-BE49-F238E27FC236}">
                <a16:creationId xmlns:a16="http://schemas.microsoft.com/office/drawing/2014/main" id="{A4314196-FC45-F076-DEE4-373AABAC953C}"/>
              </a:ext>
            </a:extLst>
          </p:cNvPr>
          <p:cNvCxnSpPr>
            <a:cxnSpLocks/>
          </p:cNvCxnSpPr>
          <p:nvPr/>
        </p:nvCxnSpPr>
        <p:spPr>
          <a:xfrm rot="5400000" flipH="1" flipV="1">
            <a:off x="3001207" y="2968884"/>
            <a:ext cx="1251092" cy="1387134"/>
          </a:xfrm>
          <a:prstGeom prst="curvedConnector2">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 name="Curved Connector 119">
            <a:extLst>
              <a:ext uri="{FF2B5EF4-FFF2-40B4-BE49-F238E27FC236}">
                <a16:creationId xmlns:a16="http://schemas.microsoft.com/office/drawing/2014/main" id="{F6DCB917-5F74-5441-EF6B-506E2437A663}"/>
              </a:ext>
            </a:extLst>
          </p:cNvPr>
          <p:cNvCxnSpPr>
            <a:cxnSpLocks/>
          </p:cNvCxnSpPr>
          <p:nvPr/>
        </p:nvCxnSpPr>
        <p:spPr>
          <a:xfrm rot="16200000" flipV="1">
            <a:off x="8083767" y="2910043"/>
            <a:ext cx="1251092" cy="1426621"/>
          </a:xfrm>
          <a:prstGeom prst="curvedConnector2">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C526F01B-9536-112F-DE10-8E7E196B61AC}"/>
              </a:ext>
            </a:extLst>
          </p:cNvPr>
          <p:cNvCxnSpPr/>
          <p:nvPr/>
        </p:nvCxnSpPr>
        <p:spPr>
          <a:xfrm>
            <a:off x="6145872" y="3684928"/>
            <a:ext cx="0" cy="564780"/>
          </a:xfrm>
          <a:prstGeom prst="straightConnector1">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3" name="Magnetic Disk 122">
            <a:extLst>
              <a:ext uri="{FF2B5EF4-FFF2-40B4-BE49-F238E27FC236}">
                <a16:creationId xmlns:a16="http://schemas.microsoft.com/office/drawing/2014/main" id="{EE2AD9FE-34A2-B2DA-9D7B-F98EB6296263}"/>
              </a:ext>
            </a:extLst>
          </p:cNvPr>
          <p:cNvSpPr/>
          <p:nvPr/>
        </p:nvSpPr>
        <p:spPr>
          <a:xfrm>
            <a:off x="5689694" y="5493976"/>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4" name="Magnetic Disk 123">
            <a:extLst>
              <a:ext uri="{FF2B5EF4-FFF2-40B4-BE49-F238E27FC236}">
                <a16:creationId xmlns:a16="http://schemas.microsoft.com/office/drawing/2014/main" id="{A2E231C7-A4D3-8148-0504-20AF49709C0E}"/>
              </a:ext>
            </a:extLst>
          </p:cNvPr>
          <p:cNvSpPr/>
          <p:nvPr/>
        </p:nvSpPr>
        <p:spPr>
          <a:xfrm>
            <a:off x="6270172" y="5493976"/>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25" name="Graphic 124" descr="Programmer female with solid fill">
            <a:extLst>
              <a:ext uri="{FF2B5EF4-FFF2-40B4-BE49-F238E27FC236}">
                <a16:creationId xmlns:a16="http://schemas.microsoft.com/office/drawing/2014/main" id="{A2E9E09C-4E24-B18D-8613-F0ED8BB4F0E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29832" y="1393213"/>
            <a:ext cx="486608" cy="486608"/>
          </a:xfrm>
          <a:prstGeom prst="rect">
            <a:avLst/>
          </a:prstGeom>
        </p:spPr>
      </p:pic>
      <p:pic>
        <p:nvPicPr>
          <p:cNvPr id="53" name="Graphic 52" descr="Left Brain with solid fill">
            <a:extLst>
              <a:ext uri="{FF2B5EF4-FFF2-40B4-BE49-F238E27FC236}">
                <a16:creationId xmlns:a16="http://schemas.microsoft.com/office/drawing/2014/main" id="{56F2BD98-2143-5A0D-DA3D-44C0509CDEB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89964" y="2570875"/>
            <a:ext cx="709991" cy="709991"/>
          </a:xfrm>
          <a:prstGeom prst="rect">
            <a:avLst/>
          </a:prstGeom>
        </p:spPr>
      </p:pic>
      <p:sp>
        <p:nvSpPr>
          <p:cNvPr id="54" name="TextBox 53">
            <a:extLst>
              <a:ext uri="{FF2B5EF4-FFF2-40B4-BE49-F238E27FC236}">
                <a16:creationId xmlns:a16="http://schemas.microsoft.com/office/drawing/2014/main" id="{470657E8-0EC7-E2D5-64C0-A5A35686DEC6}"/>
              </a:ext>
            </a:extLst>
          </p:cNvPr>
          <p:cNvSpPr txBox="1"/>
          <p:nvPr/>
        </p:nvSpPr>
        <p:spPr>
          <a:xfrm>
            <a:off x="4917682" y="3144277"/>
            <a:ext cx="2650603" cy="373757"/>
          </a:xfrm>
          <a:prstGeom prst="rect">
            <a:avLst/>
          </a:prstGeom>
          <a:noFill/>
        </p:spPr>
        <p:txBody>
          <a:bodyPr wrap="square" rtlCol="0">
            <a:spAutoFit/>
          </a:bodyPr>
          <a:lstStyle/>
          <a:p>
            <a:pPr algn="ctr">
              <a:lnSpc>
                <a:spcPct val="110000"/>
              </a:lnSpc>
              <a:spcBef>
                <a:spcPts val="900"/>
              </a:spcBef>
            </a:pPr>
            <a:r>
              <a:rPr lang="en-US">
                <a:solidFill>
                  <a:schemeClr val="accent4">
                    <a:lumMod val="50000"/>
                  </a:schemeClr>
                </a:solidFill>
              </a:rPr>
              <a:t>Agent Orchestrator</a:t>
            </a:r>
          </a:p>
        </p:txBody>
      </p:sp>
      <p:sp>
        <p:nvSpPr>
          <p:cNvPr id="55" name="Rounded Rectangle 54">
            <a:extLst>
              <a:ext uri="{FF2B5EF4-FFF2-40B4-BE49-F238E27FC236}">
                <a16:creationId xmlns:a16="http://schemas.microsoft.com/office/drawing/2014/main" id="{30C709C2-8B65-5213-9F9D-E90BA4355912}"/>
              </a:ext>
            </a:extLst>
          </p:cNvPr>
          <p:cNvSpPr/>
          <p:nvPr/>
        </p:nvSpPr>
        <p:spPr>
          <a:xfrm>
            <a:off x="4376868" y="2274821"/>
            <a:ext cx="3588557" cy="1216355"/>
          </a:xfrm>
          <a:prstGeom prst="roundRect">
            <a:avLst/>
          </a:prstGeom>
          <a:noFill/>
          <a:ln w="381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a:solidFill>
                <a:schemeClr val="tx1"/>
              </a:solidFill>
            </a:endParaRPr>
          </a:p>
        </p:txBody>
      </p:sp>
      <p:sp>
        <p:nvSpPr>
          <p:cNvPr id="56" name="Rounded Rectangle 55">
            <a:extLst>
              <a:ext uri="{FF2B5EF4-FFF2-40B4-BE49-F238E27FC236}">
                <a16:creationId xmlns:a16="http://schemas.microsoft.com/office/drawing/2014/main" id="{93693A41-F049-6354-EECF-A5A2A7046E4C}"/>
              </a:ext>
            </a:extLst>
          </p:cNvPr>
          <p:cNvSpPr/>
          <p:nvPr/>
        </p:nvSpPr>
        <p:spPr>
          <a:xfrm>
            <a:off x="6631765" y="2789725"/>
            <a:ext cx="1028114" cy="373748"/>
          </a:xfrm>
          <a:prstGeom prst="roundRect">
            <a:avLst/>
          </a:prstGeom>
          <a:solidFill>
            <a:schemeClr val="accent4">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Planner</a:t>
            </a:r>
          </a:p>
        </p:txBody>
      </p:sp>
      <p:sp>
        <p:nvSpPr>
          <p:cNvPr id="57" name="Rounded Rectangle 56">
            <a:extLst>
              <a:ext uri="{FF2B5EF4-FFF2-40B4-BE49-F238E27FC236}">
                <a16:creationId xmlns:a16="http://schemas.microsoft.com/office/drawing/2014/main" id="{F8130A1B-F94F-7C92-9387-BF1AD96456AB}"/>
              </a:ext>
            </a:extLst>
          </p:cNvPr>
          <p:cNvSpPr/>
          <p:nvPr/>
        </p:nvSpPr>
        <p:spPr>
          <a:xfrm>
            <a:off x="5230718" y="2789725"/>
            <a:ext cx="987934" cy="373751"/>
          </a:xfrm>
          <a:prstGeom prst="roundRect">
            <a:avLst/>
          </a:prstGeom>
          <a:solidFill>
            <a:schemeClr val="accent4">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Executor</a:t>
            </a:r>
          </a:p>
        </p:txBody>
      </p:sp>
      <p:cxnSp>
        <p:nvCxnSpPr>
          <p:cNvPr id="58" name="Straight Arrow Connector 57">
            <a:extLst>
              <a:ext uri="{FF2B5EF4-FFF2-40B4-BE49-F238E27FC236}">
                <a16:creationId xmlns:a16="http://schemas.microsoft.com/office/drawing/2014/main" id="{A332465C-3EDD-A206-F5E7-A2EBF933592C}"/>
              </a:ext>
            </a:extLst>
          </p:cNvPr>
          <p:cNvCxnSpPr>
            <a:cxnSpLocks/>
          </p:cNvCxnSpPr>
          <p:nvPr/>
        </p:nvCxnSpPr>
        <p:spPr>
          <a:xfrm>
            <a:off x="6218652" y="2963868"/>
            <a:ext cx="375261" cy="0"/>
          </a:xfrm>
          <a:prstGeom prst="straightConnector1">
            <a:avLst/>
          </a:prstGeom>
          <a:ln w="2540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1EAC9269-B90D-4CB6-63B2-BA49B22790D9}"/>
              </a:ext>
            </a:extLst>
          </p:cNvPr>
          <p:cNvSpPr/>
          <p:nvPr/>
        </p:nvSpPr>
        <p:spPr>
          <a:xfrm>
            <a:off x="5228027" y="2449083"/>
            <a:ext cx="2415740" cy="293846"/>
          </a:xfrm>
          <a:prstGeom prst="roundRect">
            <a:avLst/>
          </a:prstGeom>
          <a:solidFill>
            <a:schemeClr val="accent4">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Reasoning Engine</a:t>
            </a:r>
          </a:p>
        </p:txBody>
      </p:sp>
      <p:sp>
        <p:nvSpPr>
          <p:cNvPr id="6" name="TextBox 5">
            <a:extLst>
              <a:ext uri="{FF2B5EF4-FFF2-40B4-BE49-F238E27FC236}">
                <a16:creationId xmlns:a16="http://schemas.microsoft.com/office/drawing/2014/main" id="{74FA9EED-121D-6CE4-024F-CE9F6FAAD548}"/>
              </a:ext>
            </a:extLst>
          </p:cNvPr>
          <p:cNvSpPr txBox="1"/>
          <p:nvPr/>
        </p:nvSpPr>
        <p:spPr>
          <a:xfrm>
            <a:off x="999502" y="4384058"/>
            <a:ext cx="1435260" cy="842731"/>
          </a:xfrm>
          <a:prstGeom prst="rect">
            <a:avLst/>
          </a:prstGeom>
          <a:noFill/>
        </p:spPr>
        <p:txBody>
          <a:bodyPr wrap="square" rtlCol="0">
            <a:spAutoFit/>
          </a:bodyPr>
          <a:lstStyle/>
          <a:p>
            <a:pPr algn="l">
              <a:lnSpc>
                <a:spcPct val="110000"/>
              </a:lnSpc>
              <a:spcBef>
                <a:spcPts val="900"/>
              </a:spcBef>
            </a:pPr>
            <a:r>
              <a:rPr lang="en-US" sz="4800">
                <a:solidFill>
                  <a:schemeClr val="tx1">
                    <a:lumMod val="50000"/>
                    <a:lumOff val="50000"/>
                  </a:schemeClr>
                </a:solidFill>
              </a:rPr>
              <a:t>…</a:t>
            </a:r>
          </a:p>
        </p:txBody>
      </p:sp>
      <p:sp>
        <p:nvSpPr>
          <p:cNvPr id="7" name="Magnetic Disk 6">
            <a:extLst>
              <a:ext uri="{FF2B5EF4-FFF2-40B4-BE49-F238E27FC236}">
                <a16:creationId xmlns:a16="http://schemas.microsoft.com/office/drawing/2014/main" id="{5DFF2CE2-0C79-7D19-89A9-249897F5B2A3}"/>
              </a:ext>
            </a:extLst>
          </p:cNvPr>
          <p:cNvSpPr/>
          <p:nvPr/>
        </p:nvSpPr>
        <p:spPr>
          <a:xfrm>
            <a:off x="3319839" y="5493168"/>
            <a:ext cx="365480" cy="266745"/>
          </a:xfrm>
          <a:prstGeom prst="flowChartMagneticDisk">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5378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dissolve">
                                      <p:cBhvr>
                                        <p:cTn id="7" dur="500"/>
                                        <p:tgtEl>
                                          <p:spTgt spid="8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dissolve">
                                      <p:cBhvr>
                                        <p:cTn id="10" dur="500"/>
                                        <p:tgtEl>
                                          <p:spTgt spid="8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animEffect transition="in" filter="dissolve">
                                      <p:cBhvr>
                                        <p:cTn id="13" dur="500"/>
                                        <p:tgtEl>
                                          <p:spTgt spid="8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dissolve">
                                      <p:cBhvr>
                                        <p:cTn id="16" dur="500"/>
                                        <p:tgtEl>
                                          <p:spTgt spid="89"/>
                                        </p:tgtEl>
                                      </p:cBhvr>
                                    </p:animEffect>
                                  </p:childTnLst>
                                </p:cTn>
                              </p:par>
                              <p:par>
                                <p:cTn id="17" presetID="9" presetClass="entr" presetSubtype="0" fill="hold" nodeType="with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dissolve">
                                      <p:cBhvr>
                                        <p:cTn id="19" dur="500"/>
                                        <p:tgtEl>
                                          <p:spTgt spid="90"/>
                                        </p:tgtEl>
                                      </p:cBhvr>
                                    </p:animEffect>
                                  </p:childTnLst>
                                </p:cTn>
                              </p:par>
                              <p:par>
                                <p:cTn id="20" presetID="9" presetClass="entr" presetSubtype="0" fill="hold" nodeType="with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dissolve">
                                      <p:cBhvr>
                                        <p:cTn id="22" dur="500"/>
                                        <p:tgtEl>
                                          <p:spTgt spid="91"/>
                                        </p:tgtEl>
                                      </p:cBhvr>
                                    </p:animEffect>
                                  </p:childTnLst>
                                </p:cTn>
                              </p:par>
                              <p:par>
                                <p:cTn id="23" presetID="9" presetClass="entr" presetSubtype="0" fill="hold" nodeType="withEffect">
                                  <p:stCondLst>
                                    <p:cond delay="0"/>
                                  </p:stCondLst>
                                  <p:childTnLst>
                                    <p:set>
                                      <p:cBhvr>
                                        <p:cTn id="24" dur="1" fill="hold">
                                          <p:stCondLst>
                                            <p:cond delay="0"/>
                                          </p:stCondLst>
                                        </p:cTn>
                                        <p:tgtEl>
                                          <p:spTgt spid="92"/>
                                        </p:tgtEl>
                                        <p:attrNameLst>
                                          <p:attrName>style.visibility</p:attrName>
                                        </p:attrNameLst>
                                      </p:cBhvr>
                                      <p:to>
                                        <p:strVal val="visible"/>
                                      </p:to>
                                    </p:set>
                                    <p:animEffect transition="in" filter="dissolve">
                                      <p:cBhvr>
                                        <p:cTn id="25" dur="500"/>
                                        <p:tgtEl>
                                          <p:spTgt spid="92"/>
                                        </p:tgtEl>
                                      </p:cBhvr>
                                    </p:animEffect>
                                  </p:childTnLst>
                                </p:cTn>
                              </p:par>
                              <p:par>
                                <p:cTn id="26" presetID="9" presetClass="entr" presetSubtype="0" fill="hold" nodeType="withEffect">
                                  <p:stCondLst>
                                    <p:cond delay="0"/>
                                  </p:stCondLst>
                                  <p:childTnLst>
                                    <p:set>
                                      <p:cBhvr>
                                        <p:cTn id="27" dur="1" fill="hold">
                                          <p:stCondLst>
                                            <p:cond delay="0"/>
                                          </p:stCondLst>
                                        </p:cTn>
                                        <p:tgtEl>
                                          <p:spTgt spid="93"/>
                                        </p:tgtEl>
                                        <p:attrNameLst>
                                          <p:attrName>style.visibility</p:attrName>
                                        </p:attrNameLst>
                                      </p:cBhvr>
                                      <p:to>
                                        <p:strVal val="visible"/>
                                      </p:to>
                                    </p:set>
                                    <p:animEffect transition="in" filter="dissolve">
                                      <p:cBhvr>
                                        <p:cTn id="28" dur="500"/>
                                        <p:tgtEl>
                                          <p:spTgt spid="9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dissolve">
                                      <p:cBhvr>
                                        <p:cTn id="31" dur="500"/>
                                        <p:tgtEl>
                                          <p:spTgt spid="94"/>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95"/>
                                        </p:tgtEl>
                                        <p:attrNameLst>
                                          <p:attrName>style.visibility</p:attrName>
                                        </p:attrNameLst>
                                      </p:cBhvr>
                                      <p:to>
                                        <p:strVal val="visible"/>
                                      </p:to>
                                    </p:set>
                                    <p:animEffect transition="in" filter="dissolve">
                                      <p:cBhvr>
                                        <p:cTn id="34" dur="500"/>
                                        <p:tgtEl>
                                          <p:spTgt spid="95"/>
                                        </p:tgtEl>
                                      </p:cBhvr>
                                    </p:animEffect>
                                  </p:childTnLst>
                                </p:cTn>
                              </p:par>
                              <p:par>
                                <p:cTn id="35" presetID="9" presetClass="entr" presetSubtype="0" fill="hold" nodeType="with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dissolve">
                                      <p:cBhvr>
                                        <p:cTn id="37" dur="500"/>
                                        <p:tgtEl>
                                          <p:spTgt spid="96"/>
                                        </p:tgtEl>
                                      </p:cBhvr>
                                    </p:animEffect>
                                  </p:childTnLst>
                                </p:cTn>
                              </p:par>
                              <p:par>
                                <p:cTn id="38" presetID="9" presetClass="entr" presetSubtype="0" fill="hold" nodeType="withEffect">
                                  <p:stCondLst>
                                    <p:cond delay="0"/>
                                  </p:stCondLst>
                                  <p:childTnLst>
                                    <p:set>
                                      <p:cBhvr>
                                        <p:cTn id="39" dur="1" fill="hold">
                                          <p:stCondLst>
                                            <p:cond delay="0"/>
                                          </p:stCondLst>
                                        </p:cTn>
                                        <p:tgtEl>
                                          <p:spTgt spid="97"/>
                                        </p:tgtEl>
                                        <p:attrNameLst>
                                          <p:attrName>style.visibility</p:attrName>
                                        </p:attrNameLst>
                                      </p:cBhvr>
                                      <p:to>
                                        <p:strVal val="visible"/>
                                      </p:to>
                                    </p:set>
                                    <p:animEffect transition="in" filter="dissolve">
                                      <p:cBhvr>
                                        <p:cTn id="40" dur="500"/>
                                        <p:tgtEl>
                                          <p:spTgt spid="97"/>
                                        </p:tgtEl>
                                      </p:cBhvr>
                                    </p:animEffect>
                                  </p:childTnLst>
                                </p:cTn>
                              </p:par>
                              <p:par>
                                <p:cTn id="41" presetID="9" presetClass="entr" presetSubtype="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dissolve">
                                      <p:cBhvr>
                                        <p:cTn id="43" dur="500"/>
                                        <p:tgtEl>
                                          <p:spTgt spid="98"/>
                                        </p:tgtEl>
                                      </p:cBhvr>
                                    </p:animEffect>
                                  </p:childTnLst>
                                </p:cTn>
                              </p:par>
                              <p:par>
                                <p:cTn id="44" presetID="9" presetClass="entr" presetSubtype="0" fill="hold" nodeType="withEffect">
                                  <p:stCondLst>
                                    <p:cond delay="0"/>
                                  </p:stCondLst>
                                  <p:childTnLst>
                                    <p:set>
                                      <p:cBhvr>
                                        <p:cTn id="45" dur="1" fill="hold">
                                          <p:stCondLst>
                                            <p:cond delay="0"/>
                                          </p:stCondLst>
                                        </p:cTn>
                                        <p:tgtEl>
                                          <p:spTgt spid="99"/>
                                        </p:tgtEl>
                                        <p:attrNameLst>
                                          <p:attrName>style.visibility</p:attrName>
                                        </p:attrNameLst>
                                      </p:cBhvr>
                                      <p:to>
                                        <p:strVal val="visible"/>
                                      </p:to>
                                    </p:set>
                                    <p:animEffect transition="in" filter="dissolve">
                                      <p:cBhvr>
                                        <p:cTn id="46" dur="500"/>
                                        <p:tgtEl>
                                          <p:spTgt spid="9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dissolve">
                                      <p:cBhvr>
                                        <p:cTn id="49" dur="500"/>
                                        <p:tgtEl>
                                          <p:spTgt spid="10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01"/>
                                        </p:tgtEl>
                                        <p:attrNameLst>
                                          <p:attrName>style.visibility</p:attrName>
                                        </p:attrNameLst>
                                      </p:cBhvr>
                                      <p:to>
                                        <p:strVal val="visible"/>
                                      </p:to>
                                    </p:set>
                                    <p:animEffect transition="in" filter="dissolve">
                                      <p:cBhvr>
                                        <p:cTn id="52" dur="500"/>
                                        <p:tgtEl>
                                          <p:spTgt spid="101"/>
                                        </p:tgtEl>
                                      </p:cBhvr>
                                    </p:animEffect>
                                  </p:childTnLst>
                                </p:cTn>
                              </p:par>
                              <p:par>
                                <p:cTn id="53" presetID="9" presetClass="entr" presetSubtype="0" fill="hold" nodeType="withEffect">
                                  <p:stCondLst>
                                    <p:cond delay="0"/>
                                  </p:stCondLst>
                                  <p:childTnLst>
                                    <p:set>
                                      <p:cBhvr>
                                        <p:cTn id="54" dur="1" fill="hold">
                                          <p:stCondLst>
                                            <p:cond delay="0"/>
                                          </p:stCondLst>
                                        </p:cTn>
                                        <p:tgtEl>
                                          <p:spTgt spid="102"/>
                                        </p:tgtEl>
                                        <p:attrNameLst>
                                          <p:attrName>style.visibility</p:attrName>
                                        </p:attrNameLst>
                                      </p:cBhvr>
                                      <p:to>
                                        <p:strVal val="visible"/>
                                      </p:to>
                                    </p:set>
                                    <p:animEffect transition="in" filter="dissolve">
                                      <p:cBhvr>
                                        <p:cTn id="55" dur="500"/>
                                        <p:tgtEl>
                                          <p:spTgt spid="102"/>
                                        </p:tgtEl>
                                      </p:cBhvr>
                                    </p:animEffect>
                                  </p:childTnLst>
                                </p:cTn>
                              </p:par>
                              <p:par>
                                <p:cTn id="56" presetID="9" presetClass="entr" presetSubtype="0" fill="hold" nodeType="withEffect">
                                  <p:stCondLst>
                                    <p:cond delay="0"/>
                                  </p:stCondLst>
                                  <p:childTnLst>
                                    <p:set>
                                      <p:cBhvr>
                                        <p:cTn id="57" dur="1" fill="hold">
                                          <p:stCondLst>
                                            <p:cond delay="0"/>
                                          </p:stCondLst>
                                        </p:cTn>
                                        <p:tgtEl>
                                          <p:spTgt spid="103"/>
                                        </p:tgtEl>
                                        <p:attrNameLst>
                                          <p:attrName>style.visibility</p:attrName>
                                        </p:attrNameLst>
                                      </p:cBhvr>
                                      <p:to>
                                        <p:strVal val="visible"/>
                                      </p:to>
                                    </p:set>
                                    <p:animEffect transition="in" filter="dissolve">
                                      <p:cBhvr>
                                        <p:cTn id="58" dur="500"/>
                                        <p:tgtEl>
                                          <p:spTgt spid="103"/>
                                        </p:tgtEl>
                                      </p:cBhvr>
                                    </p:animEffect>
                                  </p:childTnLst>
                                </p:cTn>
                              </p:par>
                              <p:par>
                                <p:cTn id="59" presetID="9" presetClass="entr" presetSubtype="0" fill="hold" nodeType="with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dissolve">
                                      <p:cBhvr>
                                        <p:cTn id="61" dur="500"/>
                                        <p:tgtEl>
                                          <p:spTgt spid="104"/>
                                        </p:tgtEl>
                                      </p:cBhvr>
                                    </p:animEffect>
                                  </p:childTnLst>
                                </p:cTn>
                              </p:par>
                              <p:par>
                                <p:cTn id="62" presetID="9" presetClass="entr" presetSubtype="0" fill="hold" nodeType="withEffect">
                                  <p:stCondLst>
                                    <p:cond delay="0"/>
                                  </p:stCondLst>
                                  <p:childTnLst>
                                    <p:set>
                                      <p:cBhvr>
                                        <p:cTn id="63" dur="1" fill="hold">
                                          <p:stCondLst>
                                            <p:cond delay="0"/>
                                          </p:stCondLst>
                                        </p:cTn>
                                        <p:tgtEl>
                                          <p:spTgt spid="105"/>
                                        </p:tgtEl>
                                        <p:attrNameLst>
                                          <p:attrName>style.visibility</p:attrName>
                                        </p:attrNameLst>
                                      </p:cBhvr>
                                      <p:to>
                                        <p:strVal val="visible"/>
                                      </p:to>
                                    </p:set>
                                    <p:animEffect transition="in" filter="dissolve">
                                      <p:cBhvr>
                                        <p:cTn id="64" dur="500"/>
                                        <p:tgtEl>
                                          <p:spTgt spid="105"/>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06"/>
                                        </p:tgtEl>
                                        <p:attrNameLst>
                                          <p:attrName>style.visibility</p:attrName>
                                        </p:attrNameLst>
                                      </p:cBhvr>
                                      <p:to>
                                        <p:strVal val="visible"/>
                                      </p:to>
                                    </p:set>
                                    <p:animEffect transition="in" filter="dissolve">
                                      <p:cBhvr>
                                        <p:cTn id="67" dur="500"/>
                                        <p:tgtEl>
                                          <p:spTgt spid="106"/>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07"/>
                                        </p:tgtEl>
                                        <p:attrNameLst>
                                          <p:attrName>style.visibility</p:attrName>
                                        </p:attrNameLst>
                                      </p:cBhvr>
                                      <p:to>
                                        <p:strVal val="visible"/>
                                      </p:to>
                                    </p:set>
                                    <p:animEffect transition="in" filter="dissolve">
                                      <p:cBhvr>
                                        <p:cTn id="70" dur="500"/>
                                        <p:tgtEl>
                                          <p:spTgt spid="107"/>
                                        </p:tgtEl>
                                      </p:cBhvr>
                                    </p:animEffect>
                                  </p:childTnLst>
                                </p:cTn>
                              </p:par>
                              <p:par>
                                <p:cTn id="71" presetID="9" presetClass="entr" presetSubtype="0" fill="hold" nodeType="withEffect">
                                  <p:stCondLst>
                                    <p:cond delay="0"/>
                                  </p:stCondLst>
                                  <p:childTnLst>
                                    <p:set>
                                      <p:cBhvr>
                                        <p:cTn id="72" dur="1" fill="hold">
                                          <p:stCondLst>
                                            <p:cond delay="0"/>
                                          </p:stCondLst>
                                        </p:cTn>
                                        <p:tgtEl>
                                          <p:spTgt spid="108"/>
                                        </p:tgtEl>
                                        <p:attrNameLst>
                                          <p:attrName>style.visibility</p:attrName>
                                        </p:attrNameLst>
                                      </p:cBhvr>
                                      <p:to>
                                        <p:strVal val="visible"/>
                                      </p:to>
                                    </p:set>
                                    <p:animEffect transition="in" filter="dissolve">
                                      <p:cBhvr>
                                        <p:cTn id="73" dur="500"/>
                                        <p:tgtEl>
                                          <p:spTgt spid="108"/>
                                        </p:tgtEl>
                                      </p:cBhvr>
                                    </p:animEffect>
                                  </p:childTnLst>
                                </p:cTn>
                              </p:par>
                              <p:par>
                                <p:cTn id="74" presetID="9" presetClass="entr" presetSubtype="0" fill="hold" nodeType="withEffect">
                                  <p:stCondLst>
                                    <p:cond delay="0"/>
                                  </p:stCondLst>
                                  <p:childTnLst>
                                    <p:set>
                                      <p:cBhvr>
                                        <p:cTn id="75" dur="1" fill="hold">
                                          <p:stCondLst>
                                            <p:cond delay="0"/>
                                          </p:stCondLst>
                                        </p:cTn>
                                        <p:tgtEl>
                                          <p:spTgt spid="109"/>
                                        </p:tgtEl>
                                        <p:attrNameLst>
                                          <p:attrName>style.visibility</p:attrName>
                                        </p:attrNameLst>
                                      </p:cBhvr>
                                      <p:to>
                                        <p:strVal val="visible"/>
                                      </p:to>
                                    </p:set>
                                    <p:animEffect transition="in" filter="dissolve">
                                      <p:cBhvr>
                                        <p:cTn id="76" dur="500"/>
                                        <p:tgtEl>
                                          <p:spTgt spid="109"/>
                                        </p:tgtEl>
                                      </p:cBhvr>
                                    </p:animEffect>
                                  </p:childTnLst>
                                </p:cTn>
                              </p:par>
                              <p:par>
                                <p:cTn id="77" presetID="9" presetClass="entr" presetSubtype="0" fill="hold" nodeType="withEffect">
                                  <p:stCondLst>
                                    <p:cond delay="0"/>
                                  </p:stCondLst>
                                  <p:childTnLst>
                                    <p:set>
                                      <p:cBhvr>
                                        <p:cTn id="78" dur="1" fill="hold">
                                          <p:stCondLst>
                                            <p:cond delay="0"/>
                                          </p:stCondLst>
                                        </p:cTn>
                                        <p:tgtEl>
                                          <p:spTgt spid="110"/>
                                        </p:tgtEl>
                                        <p:attrNameLst>
                                          <p:attrName>style.visibility</p:attrName>
                                        </p:attrNameLst>
                                      </p:cBhvr>
                                      <p:to>
                                        <p:strVal val="visible"/>
                                      </p:to>
                                    </p:set>
                                    <p:animEffect transition="in" filter="dissolve">
                                      <p:cBhvr>
                                        <p:cTn id="79" dur="500"/>
                                        <p:tgtEl>
                                          <p:spTgt spid="110"/>
                                        </p:tgtEl>
                                      </p:cBhvr>
                                    </p:animEffect>
                                  </p:childTnLst>
                                </p:cTn>
                              </p:par>
                              <p:par>
                                <p:cTn id="80" presetID="9" presetClass="entr" presetSubtype="0" fill="hold" nodeType="with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dissolve">
                                      <p:cBhvr>
                                        <p:cTn id="82" dur="500"/>
                                        <p:tgtEl>
                                          <p:spTgt spid="4"/>
                                        </p:tgtEl>
                                      </p:cBhvr>
                                    </p:animEffect>
                                  </p:childTnLst>
                                </p:cTn>
                              </p:par>
                              <p:par>
                                <p:cTn id="83" presetID="9" presetClass="entr" presetSubtype="0" fill="hold" nodeType="with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dissolve">
                                      <p:cBhvr>
                                        <p:cTn id="85" dur="500"/>
                                        <p:tgtEl>
                                          <p:spTgt spid="5"/>
                                        </p:tgtEl>
                                      </p:cBhvr>
                                    </p:animEffect>
                                  </p:childTnLst>
                                </p:cTn>
                              </p:par>
                              <p:par>
                                <p:cTn id="86" presetID="9" presetClass="entr" presetSubtype="0" fill="hold" nodeType="withEffect">
                                  <p:stCondLst>
                                    <p:cond delay="0"/>
                                  </p:stCondLst>
                                  <p:childTnLst>
                                    <p:set>
                                      <p:cBhvr>
                                        <p:cTn id="87" dur="1" fill="hold">
                                          <p:stCondLst>
                                            <p:cond delay="0"/>
                                          </p:stCondLst>
                                        </p:cTn>
                                        <p:tgtEl>
                                          <p:spTgt spid="3"/>
                                        </p:tgtEl>
                                        <p:attrNameLst>
                                          <p:attrName>style.visibility</p:attrName>
                                        </p:attrNameLst>
                                      </p:cBhvr>
                                      <p:to>
                                        <p:strVal val="visible"/>
                                      </p:to>
                                    </p:set>
                                    <p:animEffect transition="in" filter="dissolve">
                                      <p:cBhvr>
                                        <p:cTn id="88" dur="500"/>
                                        <p:tgtEl>
                                          <p:spTgt spid="3"/>
                                        </p:tgtEl>
                                      </p:cBhvr>
                                    </p:animEffect>
                                  </p:childTnLst>
                                </p:cTn>
                              </p:par>
                              <p:par>
                                <p:cTn id="89" presetID="9" presetClass="entr" presetSubtype="0" fill="hold"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dissolve">
                                      <p:cBhvr>
                                        <p:cTn id="91" dur="500"/>
                                        <p:tgtEl>
                                          <p:spTgt spid="119"/>
                                        </p:tgtEl>
                                      </p:cBhvr>
                                    </p:animEffect>
                                  </p:childTnLst>
                                </p:cTn>
                              </p:par>
                              <p:par>
                                <p:cTn id="92" presetID="9" presetClass="entr" presetSubtype="0" fill="hold" nodeType="withEffect">
                                  <p:stCondLst>
                                    <p:cond delay="0"/>
                                  </p:stCondLst>
                                  <p:childTnLst>
                                    <p:set>
                                      <p:cBhvr>
                                        <p:cTn id="93" dur="1" fill="hold">
                                          <p:stCondLst>
                                            <p:cond delay="0"/>
                                          </p:stCondLst>
                                        </p:cTn>
                                        <p:tgtEl>
                                          <p:spTgt spid="120"/>
                                        </p:tgtEl>
                                        <p:attrNameLst>
                                          <p:attrName>style.visibility</p:attrName>
                                        </p:attrNameLst>
                                      </p:cBhvr>
                                      <p:to>
                                        <p:strVal val="visible"/>
                                      </p:to>
                                    </p:set>
                                    <p:animEffect transition="in" filter="dissolve">
                                      <p:cBhvr>
                                        <p:cTn id="94" dur="500"/>
                                        <p:tgtEl>
                                          <p:spTgt spid="120"/>
                                        </p:tgtEl>
                                      </p:cBhvr>
                                    </p:animEffect>
                                  </p:childTnLst>
                                </p:cTn>
                              </p:par>
                              <p:par>
                                <p:cTn id="95" presetID="9" presetClass="entr" presetSubtype="0" fill="hold" nodeType="withEffect">
                                  <p:stCondLst>
                                    <p:cond delay="0"/>
                                  </p:stCondLst>
                                  <p:childTnLst>
                                    <p:set>
                                      <p:cBhvr>
                                        <p:cTn id="96" dur="1" fill="hold">
                                          <p:stCondLst>
                                            <p:cond delay="0"/>
                                          </p:stCondLst>
                                        </p:cTn>
                                        <p:tgtEl>
                                          <p:spTgt spid="121"/>
                                        </p:tgtEl>
                                        <p:attrNameLst>
                                          <p:attrName>style.visibility</p:attrName>
                                        </p:attrNameLst>
                                      </p:cBhvr>
                                      <p:to>
                                        <p:strVal val="visible"/>
                                      </p:to>
                                    </p:set>
                                    <p:animEffect transition="in" filter="dissolve">
                                      <p:cBhvr>
                                        <p:cTn id="97" dur="500"/>
                                        <p:tgtEl>
                                          <p:spTgt spid="121"/>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123"/>
                                        </p:tgtEl>
                                        <p:attrNameLst>
                                          <p:attrName>style.visibility</p:attrName>
                                        </p:attrNameLst>
                                      </p:cBhvr>
                                      <p:to>
                                        <p:strVal val="visible"/>
                                      </p:to>
                                    </p:set>
                                    <p:animEffect transition="in" filter="dissolve">
                                      <p:cBhvr>
                                        <p:cTn id="100" dur="500"/>
                                        <p:tgtEl>
                                          <p:spTgt spid="123"/>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124"/>
                                        </p:tgtEl>
                                        <p:attrNameLst>
                                          <p:attrName>style.visibility</p:attrName>
                                        </p:attrNameLst>
                                      </p:cBhvr>
                                      <p:to>
                                        <p:strVal val="visible"/>
                                      </p:to>
                                    </p:set>
                                    <p:animEffect transition="in" filter="dissolve">
                                      <p:cBhvr>
                                        <p:cTn id="103" dur="500"/>
                                        <p:tgtEl>
                                          <p:spTgt spid="124"/>
                                        </p:tgtEl>
                                      </p:cBhvr>
                                    </p:animEffect>
                                  </p:childTnLst>
                                </p:cTn>
                              </p:par>
                              <p:par>
                                <p:cTn id="104" presetID="9" presetClass="entr" presetSubtype="0" fill="hold" nodeType="withEffect">
                                  <p:stCondLst>
                                    <p:cond delay="0"/>
                                  </p:stCondLst>
                                  <p:childTnLst>
                                    <p:set>
                                      <p:cBhvr>
                                        <p:cTn id="105" dur="1" fill="hold">
                                          <p:stCondLst>
                                            <p:cond delay="0"/>
                                          </p:stCondLst>
                                        </p:cTn>
                                        <p:tgtEl>
                                          <p:spTgt spid="125"/>
                                        </p:tgtEl>
                                        <p:attrNameLst>
                                          <p:attrName>style.visibility</p:attrName>
                                        </p:attrNameLst>
                                      </p:cBhvr>
                                      <p:to>
                                        <p:strVal val="visible"/>
                                      </p:to>
                                    </p:set>
                                    <p:animEffect transition="in" filter="dissolve">
                                      <p:cBhvr>
                                        <p:cTn id="106" dur="500"/>
                                        <p:tgtEl>
                                          <p:spTgt spid="125"/>
                                        </p:tgtEl>
                                      </p:cBhvr>
                                    </p:animEffect>
                                  </p:childTnLst>
                                </p:cTn>
                              </p:par>
                              <p:par>
                                <p:cTn id="107" presetID="9" presetClass="entr" presetSubtype="0" fill="hold" nodeType="with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dissolve">
                                      <p:cBhvr>
                                        <p:cTn id="109" dur="500"/>
                                        <p:tgtEl>
                                          <p:spTgt spid="53"/>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54"/>
                                        </p:tgtEl>
                                        <p:attrNameLst>
                                          <p:attrName>style.visibility</p:attrName>
                                        </p:attrNameLst>
                                      </p:cBhvr>
                                      <p:to>
                                        <p:strVal val="visible"/>
                                      </p:to>
                                    </p:set>
                                    <p:animEffect transition="in" filter="dissolve">
                                      <p:cBhvr>
                                        <p:cTn id="112" dur="500"/>
                                        <p:tgtEl>
                                          <p:spTgt spid="54"/>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animEffect transition="in" filter="dissolve">
                                      <p:cBhvr>
                                        <p:cTn id="115" dur="500"/>
                                        <p:tgtEl>
                                          <p:spTgt spid="55"/>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dissolve">
                                      <p:cBhvr>
                                        <p:cTn id="118" dur="500"/>
                                        <p:tgtEl>
                                          <p:spTgt spid="56"/>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dissolve">
                                      <p:cBhvr>
                                        <p:cTn id="121" dur="500"/>
                                        <p:tgtEl>
                                          <p:spTgt spid="57"/>
                                        </p:tgtEl>
                                      </p:cBhvr>
                                    </p:animEffect>
                                  </p:childTnLst>
                                </p:cTn>
                              </p:par>
                              <p:par>
                                <p:cTn id="122" presetID="9" presetClass="entr" presetSubtype="0" fill="hold" nodeType="withEffect">
                                  <p:stCondLst>
                                    <p:cond delay="0"/>
                                  </p:stCondLst>
                                  <p:childTnLst>
                                    <p:set>
                                      <p:cBhvr>
                                        <p:cTn id="123" dur="1" fill="hold">
                                          <p:stCondLst>
                                            <p:cond delay="0"/>
                                          </p:stCondLst>
                                        </p:cTn>
                                        <p:tgtEl>
                                          <p:spTgt spid="58"/>
                                        </p:tgtEl>
                                        <p:attrNameLst>
                                          <p:attrName>style.visibility</p:attrName>
                                        </p:attrNameLst>
                                      </p:cBhvr>
                                      <p:to>
                                        <p:strVal val="visible"/>
                                      </p:to>
                                    </p:set>
                                    <p:animEffect transition="in" filter="dissolve">
                                      <p:cBhvr>
                                        <p:cTn id="124" dur="500"/>
                                        <p:tgtEl>
                                          <p:spTgt spid="58"/>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59"/>
                                        </p:tgtEl>
                                        <p:attrNameLst>
                                          <p:attrName>style.visibility</p:attrName>
                                        </p:attrNameLst>
                                      </p:cBhvr>
                                      <p:to>
                                        <p:strVal val="visible"/>
                                      </p:to>
                                    </p:set>
                                    <p:animEffect transition="in" filter="dissolve">
                                      <p:cBhvr>
                                        <p:cTn id="127" dur="500"/>
                                        <p:tgtEl>
                                          <p:spTgt spid="59"/>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6"/>
                                        </p:tgtEl>
                                        <p:attrNameLst>
                                          <p:attrName>style.visibility</p:attrName>
                                        </p:attrNameLst>
                                      </p:cBhvr>
                                      <p:to>
                                        <p:strVal val="visible"/>
                                      </p:to>
                                    </p:set>
                                    <p:animEffect transition="in" filter="dissolve">
                                      <p:cBhvr>
                                        <p:cTn id="130" dur="500"/>
                                        <p:tgtEl>
                                          <p:spTgt spid="6"/>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dissolve">
                                      <p:cBhvr>
                                        <p:cTn id="1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animBg="1"/>
      <p:bldP spid="88" grpId="0" animBg="1"/>
      <p:bldP spid="89" grpId="0" animBg="1"/>
      <p:bldP spid="94" grpId="0" animBg="1"/>
      <p:bldP spid="95" grpId="0" animBg="1"/>
      <p:bldP spid="100" grpId="0" animBg="1"/>
      <p:bldP spid="101" grpId="0" animBg="1"/>
      <p:bldP spid="106" grpId="0" animBg="1"/>
      <p:bldP spid="107" grpId="0" animBg="1"/>
      <p:bldP spid="123" grpId="0" animBg="1"/>
      <p:bldP spid="124" grpId="0" animBg="1"/>
      <p:bldP spid="54" grpId="0"/>
      <p:bldP spid="55" grpId="0" animBg="1"/>
      <p:bldP spid="56" grpId="0" animBg="1"/>
      <p:bldP spid="57" grpId="0" animBg="1"/>
      <p:bldP spid="59" grpId="0" animBg="1"/>
      <p:bldP spid="6"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00B8-09E6-D6EC-CF61-C8391A5D1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A94E0-84AD-8D9D-5587-50C4B7AB346F}"/>
              </a:ext>
            </a:extLst>
          </p:cNvPr>
          <p:cNvSpPr>
            <a:spLocks noGrp="1"/>
          </p:cNvSpPr>
          <p:nvPr>
            <p:ph type="title"/>
          </p:nvPr>
        </p:nvSpPr>
        <p:spPr>
          <a:xfrm>
            <a:off x="407719" y="134417"/>
            <a:ext cx="10972800" cy="946389"/>
          </a:xfrm>
        </p:spPr>
        <p:txBody>
          <a:bodyPr/>
          <a:lstStyle/>
          <a:p>
            <a:r>
              <a:rPr lang="en-US"/>
              <a:t>Agent Orchestrator is a dynamic orchestration engine</a:t>
            </a:r>
          </a:p>
        </p:txBody>
      </p:sp>
      <p:sp>
        <p:nvSpPr>
          <p:cNvPr id="4" name="Rounded Rectangle 3">
            <a:extLst>
              <a:ext uri="{FF2B5EF4-FFF2-40B4-BE49-F238E27FC236}">
                <a16:creationId xmlns:a16="http://schemas.microsoft.com/office/drawing/2014/main" id="{7849B8FE-8DD4-4B7D-A819-B8B305F7D54A}"/>
              </a:ext>
            </a:extLst>
          </p:cNvPr>
          <p:cNvSpPr/>
          <p:nvPr/>
        </p:nvSpPr>
        <p:spPr>
          <a:xfrm>
            <a:off x="6254926" y="4684846"/>
            <a:ext cx="1576208" cy="457200"/>
          </a:xfrm>
          <a:prstGeom prst="roundRect">
            <a:avLst>
              <a:gd name="adj" fmla="val 28168"/>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Site Optimization Agent</a:t>
            </a:r>
          </a:p>
        </p:txBody>
      </p:sp>
      <p:sp>
        <p:nvSpPr>
          <p:cNvPr id="5" name="Rounded Rectangle 4">
            <a:extLst>
              <a:ext uri="{FF2B5EF4-FFF2-40B4-BE49-F238E27FC236}">
                <a16:creationId xmlns:a16="http://schemas.microsoft.com/office/drawing/2014/main" id="{57F6F619-F180-ABF1-7523-B0DEBFCB7591}"/>
              </a:ext>
            </a:extLst>
          </p:cNvPr>
          <p:cNvSpPr/>
          <p:nvPr/>
        </p:nvSpPr>
        <p:spPr>
          <a:xfrm>
            <a:off x="6254926" y="4133478"/>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Detect &amp; raise issues with websites</a:t>
            </a:r>
          </a:p>
        </p:txBody>
      </p:sp>
      <p:sp>
        <p:nvSpPr>
          <p:cNvPr id="6" name="Rounded Rectangle 5">
            <a:extLst>
              <a:ext uri="{FF2B5EF4-FFF2-40B4-BE49-F238E27FC236}">
                <a16:creationId xmlns:a16="http://schemas.microsoft.com/office/drawing/2014/main" id="{F0EFF558-E407-A5CD-E91D-D7BE3A318196}"/>
              </a:ext>
            </a:extLst>
          </p:cNvPr>
          <p:cNvSpPr/>
          <p:nvPr/>
        </p:nvSpPr>
        <p:spPr>
          <a:xfrm>
            <a:off x="760519" y="3968865"/>
            <a:ext cx="1576207"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Data Insights Agent</a:t>
            </a:r>
          </a:p>
        </p:txBody>
      </p:sp>
      <p:sp>
        <p:nvSpPr>
          <p:cNvPr id="8" name="Rounded Rectangle 7">
            <a:extLst>
              <a:ext uri="{FF2B5EF4-FFF2-40B4-BE49-F238E27FC236}">
                <a16:creationId xmlns:a16="http://schemas.microsoft.com/office/drawing/2014/main" id="{0C4238E5-EE8D-85AE-99BD-492BA5A2FA84}"/>
              </a:ext>
            </a:extLst>
          </p:cNvPr>
          <p:cNvSpPr/>
          <p:nvPr/>
        </p:nvSpPr>
        <p:spPr>
          <a:xfrm>
            <a:off x="1905476" y="5308657"/>
            <a:ext cx="1576207"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Journey </a:t>
            </a:r>
            <a:br>
              <a:rPr lang="en-US" sz="1400" b="1">
                <a:solidFill>
                  <a:schemeClr val="tx1"/>
                </a:solidFill>
              </a:rPr>
            </a:br>
            <a:r>
              <a:rPr lang="en-US" sz="1400" b="1">
                <a:solidFill>
                  <a:schemeClr val="tx1"/>
                </a:solidFill>
              </a:rPr>
              <a:t>Agent</a:t>
            </a:r>
          </a:p>
        </p:txBody>
      </p:sp>
      <p:pic>
        <p:nvPicPr>
          <p:cNvPr id="10" name="Graphic 9" descr="Left Brain with solid fill">
            <a:extLst>
              <a:ext uri="{FF2B5EF4-FFF2-40B4-BE49-F238E27FC236}">
                <a16:creationId xmlns:a16="http://schemas.microsoft.com/office/drawing/2014/main" id="{09377BF6-77E9-E538-DC3B-2CFE8861EB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51780" y="1650410"/>
            <a:ext cx="872980" cy="872980"/>
          </a:xfrm>
          <a:prstGeom prst="rect">
            <a:avLst/>
          </a:prstGeom>
        </p:spPr>
      </p:pic>
      <p:sp>
        <p:nvSpPr>
          <p:cNvPr id="14" name="TextBox 13">
            <a:extLst>
              <a:ext uri="{FF2B5EF4-FFF2-40B4-BE49-F238E27FC236}">
                <a16:creationId xmlns:a16="http://schemas.microsoft.com/office/drawing/2014/main" id="{8030A107-D6CF-5B3B-5A30-01CD33897808}"/>
              </a:ext>
            </a:extLst>
          </p:cNvPr>
          <p:cNvSpPr txBox="1"/>
          <p:nvPr/>
        </p:nvSpPr>
        <p:spPr>
          <a:xfrm>
            <a:off x="3367317" y="2286096"/>
            <a:ext cx="2650603" cy="373757"/>
          </a:xfrm>
          <a:prstGeom prst="rect">
            <a:avLst/>
          </a:prstGeom>
          <a:noFill/>
        </p:spPr>
        <p:txBody>
          <a:bodyPr wrap="square" rtlCol="0">
            <a:spAutoFit/>
          </a:bodyPr>
          <a:lstStyle/>
          <a:p>
            <a:pPr algn="ctr">
              <a:lnSpc>
                <a:spcPct val="110000"/>
              </a:lnSpc>
              <a:spcBef>
                <a:spcPts val="900"/>
              </a:spcBef>
            </a:pPr>
            <a:r>
              <a:rPr lang="en-US" b="1">
                <a:solidFill>
                  <a:schemeClr val="accent4">
                    <a:lumMod val="75000"/>
                  </a:schemeClr>
                </a:solidFill>
              </a:rPr>
              <a:t>Agent Orchestrator</a:t>
            </a:r>
          </a:p>
        </p:txBody>
      </p:sp>
      <p:sp>
        <p:nvSpPr>
          <p:cNvPr id="16" name="Rounded Rectangle 15">
            <a:extLst>
              <a:ext uri="{FF2B5EF4-FFF2-40B4-BE49-F238E27FC236}">
                <a16:creationId xmlns:a16="http://schemas.microsoft.com/office/drawing/2014/main" id="{82DD60BE-7447-9099-3834-537B90FDFECB}"/>
              </a:ext>
            </a:extLst>
          </p:cNvPr>
          <p:cNvSpPr/>
          <p:nvPr/>
        </p:nvSpPr>
        <p:spPr>
          <a:xfrm>
            <a:off x="2251054" y="1415505"/>
            <a:ext cx="4003872" cy="1216355"/>
          </a:xfrm>
          <a:prstGeom prst="roundRect">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a:solidFill>
                <a:schemeClr val="tx1"/>
              </a:solidFill>
            </a:endParaRPr>
          </a:p>
        </p:txBody>
      </p:sp>
      <p:sp>
        <p:nvSpPr>
          <p:cNvPr id="26" name="Rounded Rectangle 25">
            <a:extLst>
              <a:ext uri="{FF2B5EF4-FFF2-40B4-BE49-F238E27FC236}">
                <a16:creationId xmlns:a16="http://schemas.microsoft.com/office/drawing/2014/main" id="{69209962-1F26-4983-D96B-7FB721FEA3DF}"/>
              </a:ext>
            </a:extLst>
          </p:cNvPr>
          <p:cNvSpPr/>
          <p:nvPr/>
        </p:nvSpPr>
        <p:spPr>
          <a:xfrm>
            <a:off x="1905474" y="4768864"/>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Draft &amp; Created Journeys</a:t>
            </a:r>
          </a:p>
        </p:txBody>
      </p:sp>
      <p:sp>
        <p:nvSpPr>
          <p:cNvPr id="27" name="Rounded Rectangle 26">
            <a:extLst>
              <a:ext uri="{FF2B5EF4-FFF2-40B4-BE49-F238E27FC236}">
                <a16:creationId xmlns:a16="http://schemas.microsoft.com/office/drawing/2014/main" id="{16E6C700-4483-C675-9533-0DE34829DED6}"/>
              </a:ext>
            </a:extLst>
          </p:cNvPr>
          <p:cNvSpPr/>
          <p:nvPr/>
        </p:nvSpPr>
        <p:spPr>
          <a:xfrm>
            <a:off x="760518" y="3404539"/>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Customer Journey Analytics Questions</a:t>
            </a:r>
          </a:p>
        </p:txBody>
      </p:sp>
      <p:sp>
        <p:nvSpPr>
          <p:cNvPr id="43" name="Rounded Rectangle 42">
            <a:extLst>
              <a:ext uri="{FF2B5EF4-FFF2-40B4-BE49-F238E27FC236}">
                <a16:creationId xmlns:a16="http://schemas.microsoft.com/office/drawing/2014/main" id="{478FD81A-CEAB-ADAE-BD3A-0CE8F5AEB09F}"/>
              </a:ext>
            </a:extLst>
          </p:cNvPr>
          <p:cNvSpPr/>
          <p:nvPr/>
        </p:nvSpPr>
        <p:spPr>
          <a:xfrm>
            <a:off x="5271346" y="6038613"/>
            <a:ext cx="1576209"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Experimentation Agent</a:t>
            </a:r>
          </a:p>
        </p:txBody>
      </p:sp>
      <p:sp>
        <p:nvSpPr>
          <p:cNvPr id="44" name="Rounded Rectangle 43">
            <a:extLst>
              <a:ext uri="{FF2B5EF4-FFF2-40B4-BE49-F238E27FC236}">
                <a16:creationId xmlns:a16="http://schemas.microsoft.com/office/drawing/2014/main" id="{B0B83DEB-F555-D593-4F2A-EEF1858E9575}"/>
              </a:ext>
            </a:extLst>
          </p:cNvPr>
          <p:cNvSpPr/>
          <p:nvPr/>
        </p:nvSpPr>
        <p:spPr>
          <a:xfrm>
            <a:off x="5271346" y="5487244"/>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Analyze &amp; optimize experiments</a:t>
            </a:r>
          </a:p>
        </p:txBody>
      </p:sp>
      <p:sp>
        <p:nvSpPr>
          <p:cNvPr id="48" name="TextBox 47">
            <a:extLst>
              <a:ext uri="{FF2B5EF4-FFF2-40B4-BE49-F238E27FC236}">
                <a16:creationId xmlns:a16="http://schemas.microsoft.com/office/drawing/2014/main" id="{15877E28-252E-8C94-B58E-BE26A79906C2}"/>
              </a:ext>
            </a:extLst>
          </p:cNvPr>
          <p:cNvSpPr txBox="1"/>
          <p:nvPr/>
        </p:nvSpPr>
        <p:spPr>
          <a:xfrm>
            <a:off x="5488721" y="2795459"/>
            <a:ext cx="1435260" cy="1124154"/>
          </a:xfrm>
          <a:prstGeom prst="rect">
            <a:avLst/>
          </a:prstGeom>
          <a:noFill/>
        </p:spPr>
        <p:txBody>
          <a:bodyPr wrap="square" rtlCol="0">
            <a:spAutoFit/>
          </a:bodyPr>
          <a:lstStyle/>
          <a:p>
            <a:pPr algn="l">
              <a:lnSpc>
                <a:spcPct val="110000"/>
              </a:lnSpc>
              <a:spcBef>
                <a:spcPts val="900"/>
              </a:spcBef>
            </a:pPr>
            <a:r>
              <a:rPr lang="en-US" sz="6600">
                <a:solidFill>
                  <a:schemeClr val="tx1">
                    <a:lumMod val="50000"/>
                    <a:lumOff val="50000"/>
                  </a:schemeClr>
                </a:solidFill>
              </a:rPr>
              <a:t>…</a:t>
            </a:r>
          </a:p>
        </p:txBody>
      </p:sp>
      <p:sp>
        <p:nvSpPr>
          <p:cNvPr id="49" name="Rounded Rectangle 48">
            <a:extLst>
              <a:ext uri="{FF2B5EF4-FFF2-40B4-BE49-F238E27FC236}">
                <a16:creationId xmlns:a16="http://schemas.microsoft.com/office/drawing/2014/main" id="{4688E85F-C56E-90FC-F47A-82E3E30A7D95}"/>
              </a:ext>
            </a:extLst>
          </p:cNvPr>
          <p:cNvSpPr/>
          <p:nvPr/>
        </p:nvSpPr>
        <p:spPr>
          <a:xfrm>
            <a:off x="3066423" y="3668441"/>
            <a:ext cx="1576209" cy="457200"/>
          </a:xfrm>
          <a:prstGeom prst="roundRect">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Audience Agent</a:t>
            </a:r>
          </a:p>
        </p:txBody>
      </p:sp>
      <p:sp>
        <p:nvSpPr>
          <p:cNvPr id="50" name="Rounded Rectangle 49">
            <a:extLst>
              <a:ext uri="{FF2B5EF4-FFF2-40B4-BE49-F238E27FC236}">
                <a16:creationId xmlns:a16="http://schemas.microsoft.com/office/drawing/2014/main" id="{0002173E-92D8-EFF3-1A69-D22BD57261E2}"/>
              </a:ext>
            </a:extLst>
          </p:cNvPr>
          <p:cNvSpPr/>
          <p:nvPr/>
        </p:nvSpPr>
        <p:spPr>
          <a:xfrm>
            <a:off x="3066423" y="3103331"/>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Create and manage audiences</a:t>
            </a:r>
          </a:p>
        </p:txBody>
      </p:sp>
      <p:sp>
        <p:nvSpPr>
          <p:cNvPr id="64" name="TextBox 63">
            <a:extLst>
              <a:ext uri="{FF2B5EF4-FFF2-40B4-BE49-F238E27FC236}">
                <a16:creationId xmlns:a16="http://schemas.microsoft.com/office/drawing/2014/main" id="{E50AD1FC-B869-2DAA-CE08-31388CCA4BA2}"/>
              </a:ext>
            </a:extLst>
          </p:cNvPr>
          <p:cNvSpPr txBox="1"/>
          <p:nvPr/>
        </p:nvSpPr>
        <p:spPr>
          <a:xfrm>
            <a:off x="656868" y="4878164"/>
            <a:ext cx="1435260" cy="1124154"/>
          </a:xfrm>
          <a:prstGeom prst="rect">
            <a:avLst/>
          </a:prstGeom>
          <a:noFill/>
        </p:spPr>
        <p:txBody>
          <a:bodyPr wrap="square" rtlCol="0">
            <a:spAutoFit/>
          </a:bodyPr>
          <a:lstStyle/>
          <a:p>
            <a:pPr algn="l">
              <a:lnSpc>
                <a:spcPct val="110000"/>
              </a:lnSpc>
              <a:spcBef>
                <a:spcPts val="900"/>
              </a:spcBef>
            </a:pPr>
            <a:r>
              <a:rPr lang="en-US" sz="6600">
                <a:solidFill>
                  <a:schemeClr val="tx1">
                    <a:lumMod val="50000"/>
                    <a:lumOff val="50000"/>
                  </a:schemeClr>
                </a:solidFill>
              </a:rPr>
              <a:t>…</a:t>
            </a:r>
          </a:p>
        </p:txBody>
      </p:sp>
      <p:sp>
        <p:nvSpPr>
          <p:cNvPr id="3" name="Rounded Rectangle 2">
            <a:extLst>
              <a:ext uri="{FF2B5EF4-FFF2-40B4-BE49-F238E27FC236}">
                <a16:creationId xmlns:a16="http://schemas.microsoft.com/office/drawing/2014/main" id="{3A169541-F3D4-77C6-024D-923182FA3CF3}"/>
              </a:ext>
            </a:extLst>
          </p:cNvPr>
          <p:cNvSpPr/>
          <p:nvPr/>
        </p:nvSpPr>
        <p:spPr>
          <a:xfrm>
            <a:off x="4082727" y="4880027"/>
            <a:ext cx="1576208" cy="457200"/>
          </a:xfrm>
          <a:prstGeom prst="roundRect">
            <a:avLst>
              <a:gd name="adj" fmla="val 28168"/>
            </a:avLst>
          </a:prstGeom>
          <a:solidFill>
            <a:schemeClr val="bg2">
              <a:lumMod val="9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Product Support Agent</a:t>
            </a:r>
          </a:p>
        </p:txBody>
      </p:sp>
      <p:sp>
        <p:nvSpPr>
          <p:cNvPr id="7" name="Rounded Rectangle 6">
            <a:extLst>
              <a:ext uri="{FF2B5EF4-FFF2-40B4-BE49-F238E27FC236}">
                <a16:creationId xmlns:a16="http://schemas.microsoft.com/office/drawing/2014/main" id="{D5281E52-3BBF-2587-B25F-DC3798CDE890}"/>
              </a:ext>
            </a:extLst>
          </p:cNvPr>
          <p:cNvSpPr/>
          <p:nvPr/>
        </p:nvSpPr>
        <p:spPr>
          <a:xfrm>
            <a:off x="4082727" y="4328659"/>
            <a:ext cx="1576207" cy="1030147"/>
          </a:xfrm>
          <a:prstGeom prst="roundRect">
            <a:avLst>
              <a:gd name="adj" fmla="val 11341"/>
            </a:avLst>
          </a:prstGeom>
          <a:no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100">
                <a:solidFill>
                  <a:schemeClr val="tx1"/>
                </a:solidFill>
              </a:rPr>
              <a:t>Enhanced support &amp; troubleshooting</a:t>
            </a:r>
          </a:p>
        </p:txBody>
      </p:sp>
      <p:sp>
        <p:nvSpPr>
          <p:cNvPr id="11" name="Rectangle 10">
            <a:extLst>
              <a:ext uri="{FF2B5EF4-FFF2-40B4-BE49-F238E27FC236}">
                <a16:creationId xmlns:a16="http://schemas.microsoft.com/office/drawing/2014/main" id="{6B24DBDD-238B-AD22-50CB-5336E885EFA3}"/>
              </a:ext>
            </a:extLst>
          </p:cNvPr>
          <p:cNvSpPr/>
          <p:nvPr/>
        </p:nvSpPr>
        <p:spPr>
          <a:xfrm>
            <a:off x="407719" y="3008125"/>
            <a:ext cx="7578813" cy="3715445"/>
          </a:xfrm>
          <a:prstGeom prst="rect">
            <a:avLst/>
          </a:prstGeom>
          <a:solidFill>
            <a:schemeClr val="bg1">
              <a:alpha val="8103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E867416F-800E-DAE0-8C42-94073B31A4C2}"/>
              </a:ext>
            </a:extLst>
          </p:cNvPr>
          <p:cNvSpPr txBox="1"/>
          <p:nvPr/>
        </p:nvSpPr>
        <p:spPr>
          <a:xfrm>
            <a:off x="8201049" y="1206122"/>
            <a:ext cx="3714729" cy="2968313"/>
          </a:xfrm>
          <a:prstGeom prst="rect">
            <a:avLst/>
          </a:prstGeom>
          <a:noFill/>
        </p:spPr>
        <p:txBody>
          <a:bodyPr wrap="square" rtlCol="0">
            <a:spAutoFit/>
          </a:bodyPr>
          <a:lstStyle/>
          <a:p>
            <a:pPr marL="285750" indent="-285750" algn="l">
              <a:lnSpc>
                <a:spcPct val="110000"/>
              </a:lnSpc>
              <a:spcBef>
                <a:spcPts val="900"/>
              </a:spcBef>
              <a:buFont typeface="Arial" panose="020B0604020202020204" pitchFamily="34" charset="0"/>
              <a:buChar char="•"/>
            </a:pPr>
            <a:r>
              <a:rPr lang="en-US"/>
              <a:t>Dynamically Orchestrates multiple agents to solve user tasks</a:t>
            </a:r>
          </a:p>
          <a:p>
            <a:pPr marL="285750" indent="-285750" algn="l">
              <a:lnSpc>
                <a:spcPct val="110000"/>
              </a:lnSpc>
              <a:spcBef>
                <a:spcPts val="900"/>
              </a:spcBef>
              <a:buFont typeface="Arial" panose="020B0604020202020204" pitchFamily="34" charset="0"/>
              <a:buChar char="•"/>
            </a:pPr>
            <a:r>
              <a:rPr lang="en-US"/>
              <a:t>Generates prompt-specific Plans </a:t>
            </a:r>
          </a:p>
          <a:p>
            <a:pPr marL="285750" indent="-285750" algn="l">
              <a:lnSpc>
                <a:spcPct val="110000"/>
              </a:lnSpc>
              <a:spcBef>
                <a:spcPts val="900"/>
              </a:spcBef>
              <a:buFont typeface="Arial" panose="020B0604020202020204" pitchFamily="34" charset="0"/>
              <a:buChar char="•"/>
            </a:pPr>
            <a:r>
              <a:rPr lang="en-US"/>
              <a:t>Compiles and Executes Plans using available Agents</a:t>
            </a:r>
          </a:p>
          <a:p>
            <a:pPr marL="285750" indent="-285750" algn="l">
              <a:lnSpc>
                <a:spcPct val="110000"/>
              </a:lnSpc>
              <a:spcBef>
                <a:spcPts val="900"/>
              </a:spcBef>
              <a:buFont typeface="Arial" panose="020B0604020202020204" pitchFamily="34" charset="0"/>
              <a:buChar char="•"/>
            </a:pPr>
            <a:r>
              <a:rPr lang="en-US"/>
              <a:t>Backtracks &amp; Re-plans when issues encountered</a:t>
            </a:r>
          </a:p>
          <a:p>
            <a:pPr marL="285750" indent="-285750" algn="l">
              <a:lnSpc>
                <a:spcPct val="110000"/>
              </a:lnSpc>
              <a:spcBef>
                <a:spcPts val="900"/>
              </a:spcBef>
              <a:buFont typeface="Arial" panose="020B0604020202020204" pitchFamily="34" charset="0"/>
              <a:buChar char="•"/>
            </a:pPr>
            <a:endParaRPr lang="en-US"/>
          </a:p>
        </p:txBody>
      </p:sp>
      <p:cxnSp>
        <p:nvCxnSpPr>
          <p:cNvPr id="13" name="Straight Arrow Connector 12">
            <a:extLst>
              <a:ext uri="{FF2B5EF4-FFF2-40B4-BE49-F238E27FC236}">
                <a16:creationId xmlns:a16="http://schemas.microsoft.com/office/drawing/2014/main" id="{E1BC52F5-5324-1B08-FFAE-FB810E2AF6BF}"/>
              </a:ext>
            </a:extLst>
          </p:cNvPr>
          <p:cNvCxnSpPr>
            <a:cxnSpLocks/>
          </p:cNvCxnSpPr>
          <p:nvPr/>
        </p:nvCxnSpPr>
        <p:spPr>
          <a:xfrm>
            <a:off x="6351388" y="1958379"/>
            <a:ext cx="1635144" cy="0"/>
          </a:xfrm>
          <a:prstGeom prst="straightConnector1">
            <a:avLst/>
          </a:prstGeom>
          <a:noFill/>
          <a:ln w="69850">
            <a:gradFill>
              <a:gsLst>
                <a:gs pos="0">
                  <a:schemeClr val="accent1">
                    <a:lumMod val="5000"/>
                    <a:lumOff val="95000"/>
                    <a:alpha val="14405"/>
                  </a:schemeClr>
                </a:gs>
                <a:gs pos="44000">
                  <a:schemeClr val="bg2">
                    <a:lumMod val="90000"/>
                  </a:schemeClr>
                </a:gs>
                <a:gs pos="83000">
                  <a:schemeClr val="tx1">
                    <a:lumMod val="50000"/>
                    <a:lumOff val="50000"/>
                  </a:schemeClr>
                </a:gs>
              </a:gsLst>
              <a:lin ang="0" scaled="0"/>
            </a:gradFill>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15" name="Rounded Rectangle 14">
            <a:extLst>
              <a:ext uri="{FF2B5EF4-FFF2-40B4-BE49-F238E27FC236}">
                <a16:creationId xmlns:a16="http://schemas.microsoft.com/office/drawing/2014/main" id="{AA68FFC3-4176-55C4-7503-300F98757A67}"/>
              </a:ext>
            </a:extLst>
          </p:cNvPr>
          <p:cNvSpPr/>
          <p:nvPr/>
        </p:nvSpPr>
        <p:spPr>
          <a:xfrm>
            <a:off x="4905001" y="1734159"/>
            <a:ext cx="1028114" cy="401920"/>
          </a:xfrm>
          <a:prstGeom prst="roundRect">
            <a:avLst/>
          </a:prstGeom>
          <a:solidFill>
            <a:schemeClr val="tx2">
              <a:lumMod val="10000"/>
              <a:lumOff val="9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Plan Generator</a:t>
            </a:r>
          </a:p>
        </p:txBody>
      </p:sp>
      <p:sp>
        <p:nvSpPr>
          <p:cNvPr id="19" name="Rounded Rectangle 18">
            <a:extLst>
              <a:ext uri="{FF2B5EF4-FFF2-40B4-BE49-F238E27FC236}">
                <a16:creationId xmlns:a16="http://schemas.microsoft.com/office/drawing/2014/main" id="{443731BF-348D-EA89-D898-9EE70F29B883}"/>
              </a:ext>
            </a:extLst>
          </p:cNvPr>
          <p:cNvSpPr/>
          <p:nvPr/>
        </p:nvSpPr>
        <p:spPr>
          <a:xfrm>
            <a:off x="3322137" y="1734159"/>
            <a:ext cx="1028114" cy="373751"/>
          </a:xfrm>
          <a:prstGeom prst="roundRect">
            <a:avLst/>
          </a:prstGeom>
          <a:solidFill>
            <a:schemeClr val="tx2">
              <a:lumMod val="10000"/>
              <a:lumOff val="9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Reasoning Engine</a:t>
            </a:r>
          </a:p>
        </p:txBody>
      </p:sp>
      <p:cxnSp>
        <p:nvCxnSpPr>
          <p:cNvPr id="21" name="Straight Arrow Connector 20">
            <a:extLst>
              <a:ext uri="{FF2B5EF4-FFF2-40B4-BE49-F238E27FC236}">
                <a16:creationId xmlns:a16="http://schemas.microsoft.com/office/drawing/2014/main" id="{426A026A-D2C5-E758-BF3B-E0F13C2A090F}"/>
              </a:ext>
            </a:extLst>
          </p:cNvPr>
          <p:cNvCxnSpPr>
            <a:cxnSpLocks/>
          </p:cNvCxnSpPr>
          <p:nvPr/>
        </p:nvCxnSpPr>
        <p:spPr>
          <a:xfrm>
            <a:off x="4470078" y="1921034"/>
            <a:ext cx="375261" cy="0"/>
          </a:xfrm>
          <a:prstGeom prst="straightConnector1">
            <a:avLst/>
          </a:prstGeom>
          <a:ln w="2540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090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E3C7B-D83F-9EF1-9FAA-866A24BD1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E5A4D-4FA7-D96A-5FCC-D1358F660BFD}"/>
              </a:ext>
            </a:extLst>
          </p:cNvPr>
          <p:cNvSpPr>
            <a:spLocks noGrp="1"/>
          </p:cNvSpPr>
          <p:nvPr>
            <p:ph type="title"/>
          </p:nvPr>
        </p:nvSpPr>
        <p:spPr/>
        <p:txBody>
          <a:bodyPr/>
          <a:lstStyle/>
          <a:p>
            <a:r>
              <a:rPr lang="en-US"/>
              <a:t>Anatomy of Agent Orchestrator</a:t>
            </a:r>
            <a:endParaRPr lang="en-US">
              <a:highlight>
                <a:srgbClr val="FFFF00"/>
              </a:highlight>
            </a:endParaRPr>
          </a:p>
        </p:txBody>
      </p:sp>
      <p:sp>
        <p:nvSpPr>
          <p:cNvPr id="66" name="Content Placeholder 2">
            <a:extLst>
              <a:ext uri="{FF2B5EF4-FFF2-40B4-BE49-F238E27FC236}">
                <a16:creationId xmlns:a16="http://schemas.microsoft.com/office/drawing/2014/main" id="{B56AB163-F247-6692-E406-7A43EF2BB102}"/>
              </a:ext>
            </a:extLst>
          </p:cNvPr>
          <p:cNvSpPr>
            <a:spLocks noGrp="1"/>
          </p:cNvSpPr>
          <p:nvPr>
            <p:ph idx="1"/>
          </p:nvPr>
        </p:nvSpPr>
        <p:spPr>
          <a:xfrm>
            <a:off x="8381981" y="2318463"/>
            <a:ext cx="3840551" cy="2978607"/>
          </a:xfrm>
        </p:spPr>
        <p:txBody>
          <a:bodyPr/>
          <a:lstStyle/>
          <a:p>
            <a:r>
              <a:rPr lang="en-US" sz="1800"/>
              <a:t>Reasoning Engine:</a:t>
            </a:r>
          </a:p>
          <a:p>
            <a:pPr lvl="1"/>
            <a:r>
              <a:rPr lang="en-US" sz="1200"/>
              <a:t>Detects intent (planning, direct agent execution)</a:t>
            </a:r>
          </a:p>
          <a:p>
            <a:pPr lvl="1"/>
            <a:r>
              <a:rPr lang="en-US" sz="1200"/>
              <a:t>Invokes agents according to plan, </a:t>
            </a:r>
          </a:p>
          <a:p>
            <a:pPr lvl="1"/>
            <a:r>
              <a:rPr lang="en-US" sz="1200"/>
              <a:t>Verifies results and backtracks if necessary</a:t>
            </a:r>
          </a:p>
          <a:p>
            <a:r>
              <a:rPr lang="en-US" sz="1800"/>
              <a:t>Plan Generator:</a:t>
            </a:r>
          </a:p>
          <a:p>
            <a:pPr lvl="1"/>
            <a:r>
              <a:rPr lang="en-US"/>
              <a:t>Selects prompt-specific plan from corpus</a:t>
            </a:r>
          </a:p>
          <a:p>
            <a:pPr lvl="1"/>
            <a:r>
              <a:rPr lang="en-US"/>
              <a:t>Compiles plan against available agents</a:t>
            </a:r>
          </a:p>
        </p:txBody>
      </p:sp>
      <p:sp>
        <p:nvSpPr>
          <p:cNvPr id="3" name="Rounded Rectangle 2">
            <a:extLst>
              <a:ext uri="{FF2B5EF4-FFF2-40B4-BE49-F238E27FC236}">
                <a16:creationId xmlns:a16="http://schemas.microsoft.com/office/drawing/2014/main" id="{D884BBE7-03B9-573C-7D91-8C7D2E25FBAE}"/>
              </a:ext>
            </a:extLst>
          </p:cNvPr>
          <p:cNvSpPr/>
          <p:nvPr/>
        </p:nvSpPr>
        <p:spPr>
          <a:xfrm>
            <a:off x="769903" y="3525031"/>
            <a:ext cx="782372"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Plan</a:t>
            </a:r>
          </a:p>
        </p:txBody>
      </p:sp>
      <p:sp>
        <p:nvSpPr>
          <p:cNvPr id="4" name="Rounded Rectangle 3">
            <a:extLst>
              <a:ext uri="{FF2B5EF4-FFF2-40B4-BE49-F238E27FC236}">
                <a16:creationId xmlns:a16="http://schemas.microsoft.com/office/drawing/2014/main" id="{264018DC-6EA8-9CE7-2CA0-F555B68EE266}"/>
              </a:ext>
            </a:extLst>
          </p:cNvPr>
          <p:cNvSpPr>
            <a:spLocks noChangeAspect="1"/>
          </p:cNvSpPr>
          <p:nvPr/>
        </p:nvSpPr>
        <p:spPr>
          <a:xfrm>
            <a:off x="1720659" y="3479882"/>
            <a:ext cx="968423" cy="457200"/>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rgbClr val="002060"/>
                </a:solidFill>
              </a:rPr>
              <a:t>Execute</a:t>
            </a:r>
          </a:p>
        </p:txBody>
      </p:sp>
      <p:sp>
        <p:nvSpPr>
          <p:cNvPr id="5" name="Rounded Rectangle 4">
            <a:extLst>
              <a:ext uri="{FF2B5EF4-FFF2-40B4-BE49-F238E27FC236}">
                <a16:creationId xmlns:a16="http://schemas.microsoft.com/office/drawing/2014/main" id="{05F1D9AD-DD3E-6D5B-E13F-5FED4150C66D}"/>
              </a:ext>
            </a:extLst>
          </p:cNvPr>
          <p:cNvSpPr/>
          <p:nvPr/>
        </p:nvSpPr>
        <p:spPr>
          <a:xfrm>
            <a:off x="2829868" y="3525031"/>
            <a:ext cx="772636"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Verify</a:t>
            </a:r>
          </a:p>
        </p:txBody>
      </p:sp>
      <p:sp>
        <p:nvSpPr>
          <p:cNvPr id="6" name="Rounded Rectangle 5">
            <a:extLst>
              <a:ext uri="{FF2B5EF4-FFF2-40B4-BE49-F238E27FC236}">
                <a16:creationId xmlns:a16="http://schemas.microsoft.com/office/drawing/2014/main" id="{ABBEE27F-3436-4FAD-0861-CFB2D05CA121}"/>
              </a:ext>
            </a:extLst>
          </p:cNvPr>
          <p:cNvSpPr/>
          <p:nvPr/>
        </p:nvSpPr>
        <p:spPr>
          <a:xfrm>
            <a:off x="609600" y="2640900"/>
            <a:ext cx="3174246" cy="1576200"/>
          </a:xfrm>
          <a:prstGeom prst="roundRect">
            <a:avLst/>
          </a:prstGeom>
          <a:noFill/>
          <a:ln w="6350">
            <a:solidFill>
              <a:schemeClr val="tx1">
                <a:lumMod val="85000"/>
                <a:lumOff val="1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a:solidFill>
                  <a:schemeClr val="tx1">
                    <a:lumMod val="75000"/>
                    <a:lumOff val="25000"/>
                  </a:schemeClr>
                </a:solidFill>
              </a:rPr>
              <a:t>Reasoning Engine</a:t>
            </a:r>
          </a:p>
        </p:txBody>
      </p:sp>
      <p:cxnSp>
        <p:nvCxnSpPr>
          <p:cNvPr id="7" name="Straight Arrow Connector 6">
            <a:extLst>
              <a:ext uri="{FF2B5EF4-FFF2-40B4-BE49-F238E27FC236}">
                <a16:creationId xmlns:a16="http://schemas.microsoft.com/office/drawing/2014/main" id="{DCB8B59E-2088-D676-4E98-B70692514D32}"/>
              </a:ext>
            </a:extLst>
          </p:cNvPr>
          <p:cNvCxnSpPr>
            <a:cxnSpLocks/>
            <a:stCxn id="3" idx="3"/>
            <a:endCxn id="4" idx="1"/>
          </p:cNvCxnSpPr>
          <p:nvPr/>
        </p:nvCxnSpPr>
        <p:spPr>
          <a:xfrm flipV="1">
            <a:off x="1552275" y="3708482"/>
            <a:ext cx="168384" cy="1231"/>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A661F9-D932-9B78-7D60-21AFF769273A}"/>
              </a:ext>
            </a:extLst>
          </p:cNvPr>
          <p:cNvCxnSpPr>
            <a:cxnSpLocks/>
            <a:stCxn id="4" idx="3"/>
            <a:endCxn id="5" idx="1"/>
          </p:cNvCxnSpPr>
          <p:nvPr/>
        </p:nvCxnSpPr>
        <p:spPr>
          <a:xfrm>
            <a:off x="2689082" y="3708482"/>
            <a:ext cx="140786" cy="1231"/>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A346CE27-94E9-4592-103A-88B57B726F63}"/>
              </a:ext>
            </a:extLst>
          </p:cNvPr>
          <p:cNvCxnSpPr>
            <a:cxnSpLocks/>
            <a:stCxn id="5" idx="0"/>
            <a:endCxn id="3" idx="0"/>
          </p:cNvCxnSpPr>
          <p:nvPr/>
        </p:nvCxnSpPr>
        <p:spPr>
          <a:xfrm rot="16200000" flipV="1">
            <a:off x="2188638" y="2497482"/>
            <a:ext cx="12700" cy="2055097"/>
          </a:xfrm>
          <a:prstGeom prst="bentConnector3">
            <a:avLst>
              <a:gd name="adj1" fmla="val 180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30C451F9-27CA-28A6-C0E3-A19AE6C1A8FA}"/>
              </a:ext>
            </a:extLst>
          </p:cNvPr>
          <p:cNvSpPr/>
          <p:nvPr/>
        </p:nvSpPr>
        <p:spPr>
          <a:xfrm>
            <a:off x="1731145" y="3155666"/>
            <a:ext cx="927685" cy="262086"/>
          </a:xfrm>
          <a:prstGeom prst="roundRect">
            <a:avLst/>
          </a:prstGeom>
          <a:solidFill>
            <a:schemeClr val="lt1">
              <a:alpha val="88000"/>
            </a:schemeClr>
          </a:solidFill>
          <a:ln w="63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Backtracking</a:t>
            </a:r>
          </a:p>
        </p:txBody>
      </p:sp>
      <p:sp>
        <p:nvSpPr>
          <p:cNvPr id="11" name="Rounded Rectangle 10">
            <a:extLst>
              <a:ext uri="{FF2B5EF4-FFF2-40B4-BE49-F238E27FC236}">
                <a16:creationId xmlns:a16="http://schemas.microsoft.com/office/drawing/2014/main" id="{2921CCB6-CDC4-359A-AC42-4AE2D72B6DA6}"/>
              </a:ext>
            </a:extLst>
          </p:cNvPr>
          <p:cNvSpPr/>
          <p:nvPr/>
        </p:nvSpPr>
        <p:spPr>
          <a:xfrm>
            <a:off x="4421592" y="2640900"/>
            <a:ext cx="3386187" cy="1576201"/>
          </a:xfrm>
          <a:prstGeom prst="roundRect">
            <a:avLst/>
          </a:prstGeom>
          <a:noFill/>
          <a:ln w="6350">
            <a:solidFill>
              <a:schemeClr val="tx1">
                <a:lumMod val="85000"/>
                <a:lumOff val="1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a:solidFill>
                  <a:schemeClr val="tx1">
                    <a:lumMod val="75000"/>
                    <a:lumOff val="25000"/>
                  </a:schemeClr>
                </a:solidFill>
              </a:rPr>
              <a:t>Plan Generator</a:t>
            </a:r>
          </a:p>
        </p:txBody>
      </p:sp>
      <p:grpSp>
        <p:nvGrpSpPr>
          <p:cNvPr id="12" name="Group 11">
            <a:extLst>
              <a:ext uri="{FF2B5EF4-FFF2-40B4-BE49-F238E27FC236}">
                <a16:creationId xmlns:a16="http://schemas.microsoft.com/office/drawing/2014/main" id="{7FC5B45C-5E28-C1AD-EA9C-DA165A7133A6}"/>
              </a:ext>
            </a:extLst>
          </p:cNvPr>
          <p:cNvGrpSpPr/>
          <p:nvPr/>
        </p:nvGrpSpPr>
        <p:grpSpPr>
          <a:xfrm>
            <a:off x="6647480" y="3510404"/>
            <a:ext cx="1108707" cy="369364"/>
            <a:chOff x="9970104" y="1849813"/>
            <a:chExt cx="1108707" cy="369364"/>
          </a:xfrm>
        </p:grpSpPr>
        <p:sp>
          <p:nvSpPr>
            <p:cNvPr id="13" name="Rounded Rectangle 12">
              <a:extLst>
                <a:ext uri="{FF2B5EF4-FFF2-40B4-BE49-F238E27FC236}">
                  <a16:creationId xmlns:a16="http://schemas.microsoft.com/office/drawing/2014/main" id="{99B8CAEB-3C70-CE37-9C1E-390EF2A78919}"/>
                </a:ext>
              </a:extLst>
            </p:cNvPr>
            <p:cNvSpPr/>
            <p:nvPr/>
          </p:nvSpPr>
          <p:spPr>
            <a:xfrm>
              <a:off x="9970104" y="1849813"/>
              <a:ext cx="1086727"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 Reference </a:t>
              </a:r>
              <a:br>
                <a:rPr lang="en-US" sz="1000" b="1">
                  <a:solidFill>
                    <a:srgbClr val="002060"/>
                  </a:solidFill>
                </a:rPr>
              </a:br>
              <a:r>
                <a:rPr lang="en-US" sz="1000" b="1">
                  <a:solidFill>
                    <a:srgbClr val="002060"/>
                  </a:solidFill>
                </a:rPr>
                <a:t>Plans</a:t>
              </a:r>
            </a:p>
          </p:txBody>
        </p:sp>
        <p:pic>
          <p:nvPicPr>
            <p:cNvPr id="14" name="Graphic 13" descr="Document outline">
              <a:extLst>
                <a:ext uri="{FF2B5EF4-FFF2-40B4-BE49-F238E27FC236}">
                  <a16:creationId xmlns:a16="http://schemas.microsoft.com/office/drawing/2014/main" id="{EB243C24-1A2F-DACB-117B-5E8E22FD06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20750" y="1916915"/>
              <a:ext cx="258061" cy="258061"/>
            </a:xfrm>
            <a:prstGeom prst="rect">
              <a:avLst/>
            </a:prstGeom>
          </p:spPr>
        </p:pic>
      </p:grpSp>
      <p:sp>
        <p:nvSpPr>
          <p:cNvPr id="16" name="Rounded Rectangle 15">
            <a:extLst>
              <a:ext uri="{FF2B5EF4-FFF2-40B4-BE49-F238E27FC236}">
                <a16:creationId xmlns:a16="http://schemas.microsoft.com/office/drawing/2014/main" id="{9D13005E-2A28-623B-A1DF-A83EA09ACB6F}"/>
              </a:ext>
            </a:extLst>
          </p:cNvPr>
          <p:cNvSpPr/>
          <p:nvPr/>
        </p:nvSpPr>
        <p:spPr>
          <a:xfrm>
            <a:off x="5608221" y="3510404"/>
            <a:ext cx="757687"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Adobe Models</a:t>
            </a:r>
          </a:p>
        </p:txBody>
      </p:sp>
      <p:sp>
        <p:nvSpPr>
          <p:cNvPr id="17" name="Rounded Rectangle 16">
            <a:extLst>
              <a:ext uri="{FF2B5EF4-FFF2-40B4-BE49-F238E27FC236}">
                <a16:creationId xmlns:a16="http://schemas.microsoft.com/office/drawing/2014/main" id="{2D3469B5-3ABD-1F18-476F-E8195AFCE22B}"/>
              </a:ext>
            </a:extLst>
          </p:cNvPr>
          <p:cNvSpPr/>
          <p:nvPr/>
        </p:nvSpPr>
        <p:spPr>
          <a:xfrm>
            <a:off x="4549946" y="3511592"/>
            <a:ext cx="857487"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Generated Plan</a:t>
            </a:r>
          </a:p>
        </p:txBody>
      </p:sp>
      <p:cxnSp>
        <p:nvCxnSpPr>
          <p:cNvPr id="23" name="Straight Arrow Connector 22">
            <a:extLst>
              <a:ext uri="{FF2B5EF4-FFF2-40B4-BE49-F238E27FC236}">
                <a16:creationId xmlns:a16="http://schemas.microsoft.com/office/drawing/2014/main" id="{B5051553-46B0-8B99-AAE0-C01FF5D3CC74}"/>
              </a:ext>
            </a:extLst>
          </p:cNvPr>
          <p:cNvCxnSpPr>
            <a:cxnSpLocks/>
            <a:stCxn id="16" idx="1"/>
            <a:endCxn id="17" idx="3"/>
          </p:cNvCxnSpPr>
          <p:nvPr/>
        </p:nvCxnSpPr>
        <p:spPr>
          <a:xfrm flipH="1">
            <a:off x="5407433" y="3695086"/>
            <a:ext cx="200788" cy="1188"/>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4588D8B-11EC-0001-88FE-41C28829916E}"/>
              </a:ext>
            </a:extLst>
          </p:cNvPr>
          <p:cNvCxnSpPr>
            <a:cxnSpLocks/>
            <a:stCxn id="13" idx="1"/>
            <a:endCxn id="16" idx="3"/>
          </p:cNvCxnSpPr>
          <p:nvPr/>
        </p:nvCxnSpPr>
        <p:spPr>
          <a:xfrm flipH="1">
            <a:off x="6365908" y="3695086"/>
            <a:ext cx="281572"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urved Connector 77">
            <a:extLst>
              <a:ext uri="{FF2B5EF4-FFF2-40B4-BE49-F238E27FC236}">
                <a16:creationId xmlns:a16="http://schemas.microsoft.com/office/drawing/2014/main" id="{AE8E8D60-638E-36B2-B6EF-8883E8B03A2F}"/>
              </a:ext>
            </a:extLst>
          </p:cNvPr>
          <p:cNvCxnSpPr>
            <a:cxnSpLocks/>
          </p:cNvCxnSpPr>
          <p:nvPr/>
        </p:nvCxnSpPr>
        <p:spPr>
          <a:xfrm rot="5400000" flipH="1" flipV="1">
            <a:off x="4036620" y="2116998"/>
            <a:ext cx="9144" cy="914400"/>
          </a:xfrm>
          <a:prstGeom prst="curvedConnector3">
            <a:avLst>
              <a:gd name="adj1" fmla="val 2139217"/>
            </a:avLst>
          </a:prstGeom>
          <a:ln w="1270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466F5563-A9D8-53A3-48AA-F12F68E11016}"/>
              </a:ext>
            </a:extLst>
          </p:cNvPr>
          <p:cNvSpPr txBox="1"/>
          <p:nvPr/>
        </p:nvSpPr>
        <p:spPr>
          <a:xfrm>
            <a:off x="3648625" y="2128362"/>
            <a:ext cx="1737214" cy="248658"/>
          </a:xfrm>
          <a:prstGeom prst="rect">
            <a:avLst/>
          </a:prstGeom>
          <a:noFill/>
        </p:spPr>
        <p:txBody>
          <a:bodyPr wrap="square" rtlCol="0">
            <a:spAutoFit/>
          </a:bodyPr>
          <a:lstStyle/>
          <a:p>
            <a:pPr algn="l">
              <a:lnSpc>
                <a:spcPct val="110000"/>
              </a:lnSpc>
              <a:spcBef>
                <a:spcPts val="900"/>
              </a:spcBef>
            </a:pPr>
            <a:r>
              <a:rPr lang="en-US" sz="1000"/>
              <a:t>Generate plan</a:t>
            </a:r>
          </a:p>
        </p:txBody>
      </p:sp>
      <p:cxnSp>
        <p:nvCxnSpPr>
          <p:cNvPr id="80" name="Curved Connector 79">
            <a:extLst>
              <a:ext uri="{FF2B5EF4-FFF2-40B4-BE49-F238E27FC236}">
                <a16:creationId xmlns:a16="http://schemas.microsoft.com/office/drawing/2014/main" id="{828EC333-55C5-4570-4E46-8946F74B3DEE}"/>
              </a:ext>
            </a:extLst>
          </p:cNvPr>
          <p:cNvCxnSpPr>
            <a:cxnSpLocks/>
          </p:cNvCxnSpPr>
          <p:nvPr/>
        </p:nvCxnSpPr>
        <p:spPr>
          <a:xfrm rot="16200000" flipH="1" flipV="1">
            <a:off x="4120637" y="3856272"/>
            <a:ext cx="9144" cy="914400"/>
          </a:xfrm>
          <a:prstGeom prst="curvedConnector3">
            <a:avLst>
              <a:gd name="adj1" fmla="val 2139217"/>
            </a:avLst>
          </a:prstGeom>
          <a:ln w="1270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F63FF34E-167A-567B-DACD-F118A99AE727}"/>
              </a:ext>
            </a:extLst>
          </p:cNvPr>
          <p:cNvSpPr txBox="1"/>
          <p:nvPr/>
        </p:nvSpPr>
        <p:spPr>
          <a:xfrm>
            <a:off x="3681339" y="4489817"/>
            <a:ext cx="1737214" cy="248658"/>
          </a:xfrm>
          <a:prstGeom prst="rect">
            <a:avLst/>
          </a:prstGeom>
          <a:noFill/>
        </p:spPr>
        <p:txBody>
          <a:bodyPr wrap="square" rtlCol="0">
            <a:spAutoFit/>
          </a:bodyPr>
          <a:lstStyle/>
          <a:p>
            <a:pPr algn="l">
              <a:lnSpc>
                <a:spcPct val="110000"/>
              </a:lnSpc>
              <a:spcBef>
                <a:spcPts val="900"/>
              </a:spcBef>
            </a:pPr>
            <a:r>
              <a:rPr lang="en-US" sz="1000"/>
              <a:t>Compiled Plan</a:t>
            </a:r>
          </a:p>
        </p:txBody>
      </p:sp>
      <p:grpSp>
        <p:nvGrpSpPr>
          <p:cNvPr id="87" name="Group 86">
            <a:extLst>
              <a:ext uri="{FF2B5EF4-FFF2-40B4-BE49-F238E27FC236}">
                <a16:creationId xmlns:a16="http://schemas.microsoft.com/office/drawing/2014/main" id="{42A350BE-4117-0EA4-48F7-AC73C5B4A29A}"/>
              </a:ext>
            </a:extLst>
          </p:cNvPr>
          <p:cNvGrpSpPr/>
          <p:nvPr/>
        </p:nvGrpSpPr>
        <p:grpSpPr>
          <a:xfrm>
            <a:off x="1646371" y="5184235"/>
            <a:ext cx="1261578" cy="487967"/>
            <a:chOff x="9145466" y="4103890"/>
            <a:chExt cx="1261578" cy="487967"/>
          </a:xfrm>
        </p:grpSpPr>
        <p:sp>
          <p:nvSpPr>
            <p:cNvPr id="88" name="Rounded Rectangle 87">
              <a:extLst>
                <a:ext uri="{FF2B5EF4-FFF2-40B4-BE49-F238E27FC236}">
                  <a16:creationId xmlns:a16="http://schemas.microsoft.com/office/drawing/2014/main" id="{080E6D92-A6FB-1583-4840-915CE99727AF}"/>
                </a:ext>
              </a:extLst>
            </p:cNvPr>
            <p:cNvSpPr/>
            <p:nvPr/>
          </p:nvSpPr>
          <p:spPr>
            <a:xfrm>
              <a:off x="9145466" y="4103890"/>
              <a:ext cx="1125230" cy="369364"/>
            </a:xfrm>
            <a:prstGeom prst="roundRect">
              <a:avLst/>
            </a:prstGeom>
            <a:ln w="6350">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7030A0"/>
                  </a:solidFill>
                </a:rPr>
                <a:t>Partner Agents</a:t>
              </a:r>
            </a:p>
          </p:txBody>
        </p:sp>
        <p:sp>
          <p:nvSpPr>
            <p:cNvPr id="89" name="Rounded Rectangle 88">
              <a:extLst>
                <a:ext uri="{FF2B5EF4-FFF2-40B4-BE49-F238E27FC236}">
                  <a16:creationId xmlns:a16="http://schemas.microsoft.com/office/drawing/2014/main" id="{25199390-B610-1A0A-DE87-E762BB703AB2}"/>
                </a:ext>
              </a:extLst>
            </p:cNvPr>
            <p:cNvSpPr/>
            <p:nvPr/>
          </p:nvSpPr>
          <p:spPr>
            <a:xfrm>
              <a:off x="9208744" y="4157424"/>
              <a:ext cx="1125230" cy="369364"/>
            </a:xfrm>
            <a:prstGeom prst="roundRect">
              <a:avLst/>
            </a:prstGeom>
            <a:ln w="6350">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7030A0"/>
                  </a:solidFill>
                </a:rPr>
                <a:t>Partner Agents</a:t>
              </a:r>
            </a:p>
          </p:txBody>
        </p:sp>
        <p:sp>
          <p:nvSpPr>
            <p:cNvPr id="90" name="Rounded Rectangle 89">
              <a:extLst>
                <a:ext uri="{FF2B5EF4-FFF2-40B4-BE49-F238E27FC236}">
                  <a16:creationId xmlns:a16="http://schemas.microsoft.com/office/drawing/2014/main" id="{7ADB585B-0BB2-3A0F-D8D3-9DE71E12F534}"/>
                </a:ext>
              </a:extLst>
            </p:cNvPr>
            <p:cNvSpPr/>
            <p:nvPr/>
          </p:nvSpPr>
          <p:spPr>
            <a:xfrm>
              <a:off x="9281814" y="4222493"/>
              <a:ext cx="1125230" cy="369364"/>
            </a:xfrm>
            <a:prstGeom prst="roundRect">
              <a:avLst/>
            </a:prstGeom>
            <a:ln w="6350">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7030A0"/>
                  </a:solidFill>
                </a:rPr>
                <a:t>Partner Agents</a:t>
              </a:r>
            </a:p>
          </p:txBody>
        </p:sp>
      </p:grpSp>
      <p:grpSp>
        <p:nvGrpSpPr>
          <p:cNvPr id="91" name="Group 90">
            <a:extLst>
              <a:ext uri="{FF2B5EF4-FFF2-40B4-BE49-F238E27FC236}">
                <a16:creationId xmlns:a16="http://schemas.microsoft.com/office/drawing/2014/main" id="{8F6392C5-8F80-EBB2-C80D-CA6AE74F8865}"/>
              </a:ext>
            </a:extLst>
          </p:cNvPr>
          <p:cNvGrpSpPr/>
          <p:nvPr/>
        </p:nvGrpSpPr>
        <p:grpSpPr>
          <a:xfrm>
            <a:off x="3067528" y="5184235"/>
            <a:ext cx="1261578" cy="487967"/>
            <a:chOff x="9145466" y="4103890"/>
            <a:chExt cx="1261578" cy="487967"/>
          </a:xfrm>
        </p:grpSpPr>
        <p:sp>
          <p:nvSpPr>
            <p:cNvPr id="92" name="Rounded Rectangle 91">
              <a:extLst>
                <a:ext uri="{FF2B5EF4-FFF2-40B4-BE49-F238E27FC236}">
                  <a16:creationId xmlns:a16="http://schemas.microsoft.com/office/drawing/2014/main" id="{E876FE12-4D9A-C48D-393B-FECBF6A14386}"/>
                </a:ext>
              </a:extLst>
            </p:cNvPr>
            <p:cNvSpPr/>
            <p:nvPr/>
          </p:nvSpPr>
          <p:spPr>
            <a:xfrm>
              <a:off x="9145466" y="4103890"/>
              <a:ext cx="1125230" cy="369364"/>
            </a:xfrm>
            <a:prstGeom prst="roundRect">
              <a:avLst/>
            </a:prstGeom>
            <a:ln w="12700">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chemeClr val="accent1">
                      <a:lumMod val="50000"/>
                    </a:schemeClr>
                  </a:solidFill>
                </a:rPr>
                <a:t>Partner Agents</a:t>
              </a:r>
            </a:p>
          </p:txBody>
        </p:sp>
        <p:sp>
          <p:nvSpPr>
            <p:cNvPr id="93" name="Rounded Rectangle 92">
              <a:extLst>
                <a:ext uri="{FF2B5EF4-FFF2-40B4-BE49-F238E27FC236}">
                  <a16:creationId xmlns:a16="http://schemas.microsoft.com/office/drawing/2014/main" id="{A5452FB7-BC69-F2B9-5DE9-63FBF0B6CE41}"/>
                </a:ext>
              </a:extLst>
            </p:cNvPr>
            <p:cNvSpPr/>
            <p:nvPr/>
          </p:nvSpPr>
          <p:spPr>
            <a:xfrm>
              <a:off x="9208744" y="4157424"/>
              <a:ext cx="1125230" cy="369364"/>
            </a:xfrm>
            <a:prstGeom prst="roundRect">
              <a:avLst/>
            </a:prstGeom>
            <a:ln w="12700">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chemeClr val="accent1">
                      <a:lumMod val="50000"/>
                    </a:schemeClr>
                  </a:solidFill>
                </a:rPr>
                <a:t>Partner Agents</a:t>
              </a:r>
            </a:p>
          </p:txBody>
        </p:sp>
        <p:sp>
          <p:nvSpPr>
            <p:cNvPr id="94" name="Rounded Rectangle 93">
              <a:extLst>
                <a:ext uri="{FF2B5EF4-FFF2-40B4-BE49-F238E27FC236}">
                  <a16:creationId xmlns:a16="http://schemas.microsoft.com/office/drawing/2014/main" id="{9221A049-5011-0331-756B-85F00671AD05}"/>
                </a:ext>
              </a:extLst>
            </p:cNvPr>
            <p:cNvSpPr/>
            <p:nvPr/>
          </p:nvSpPr>
          <p:spPr>
            <a:xfrm>
              <a:off x="9281814" y="4222493"/>
              <a:ext cx="1125230" cy="369364"/>
            </a:xfrm>
            <a:prstGeom prst="roundRect">
              <a:avLst/>
            </a:prstGeom>
            <a:ln w="12700">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chemeClr val="accent1">
                      <a:lumMod val="50000"/>
                    </a:schemeClr>
                  </a:solidFill>
                </a:rPr>
                <a:t>Customer Agents</a:t>
              </a:r>
            </a:p>
          </p:txBody>
        </p:sp>
      </p:grpSp>
      <p:grpSp>
        <p:nvGrpSpPr>
          <p:cNvPr id="96" name="Group 95">
            <a:extLst>
              <a:ext uri="{FF2B5EF4-FFF2-40B4-BE49-F238E27FC236}">
                <a16:creationId xmlns:a16="http://schemas.microsoft.com/office/drawing/2014/main" id="{AE233BDB-058A-CE4A-B290-61D7FF74B5B8}"/>
              </a:ext>
            </a:extLst>
          </p:cNvPr>
          <p:cNvGrpSpPr/>
          <p:nvPr/>
        </p:nvGrpSpPr>
        <p:grpSpPr>
          <a:xfrm>
            <a:off x="158627" y="5178467"/>
            <a:ext cx="1261578" cy="487967"/>
            <a:chOff x="9145466" y="4103890"/>
            <a:chExt cx="1261578" cy="487967"/>
          </a:xfrm>
        </p:grpSpPr>
        <p:sp>
          <p:nvSpPr>
            <p:cNvPr id="97" name="Rounded Rectangle 96">
              <a:extLst>
                <a:ext uri="{FF2B5EF4-FFF2-40B4-BE49-F238E27FC236}">
                  <a16:creationId xmlns:a16="http://schemas.microsoft.com/office/drawing/2014/main" id="{B285EB0B-2B5C-96F9-65F4-98553D88688B}"/>
                </a:ext>
              </a:extLst>
            </p:cNvPr>
            <p:cNvSpPr/>
            <p:nvPr/>
          </p:nvSpPr>
          <p:spPr>
            <a:xfrm>
              <a:off x="9145466" y="4103890"/>
              <a:ext cx="1125230"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Partner Agents</a:t>
              </a:r>
            </a:p>
          </p:txBody>
        </p:sp>
        <p:sp>
          <p:nvSpPr>
            <p:cNvPr id="98" name="Rounded Rectangle 97">
              <a:extLst>
                <a:ext uri="{FF2B5EF4-FFF2-40B4-BE49-F238E27FC236}">
                  <a16:creationId xmlns:a16="http://schemas.microsoft.com/office/drawing/2014/main" id="{05E73A4C-DCB2-234A-62BC-6C97AAC24AD9}"/>
                </a:ext>
              </a:extLst>
            </p:cNvPr>
            <p:cNvSpPr/>
            <p:nvPr/>
          </p:nvSpPr>
          <p:spPr>
            <a:xfrm>
              <a:off x="9208744" y="4157424"/>
              <a:ext cx="1125230"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Partner Agents</a:t>
              </a:r>
            </a:p>
          </p:txBody>
        </p:sp>
        <p:sp>
          <p:nvSpPr>
            <p:cNvPr id="99" name="Rounded Rectangle 98">
              <a:extLst>
                <a:ext uri="{FF2B5EF4-FFF2-40B4-BE49-F238E27FC236}">
                  <a16:creationId xmlns:a16="http://schemas.microsoft.com/office/drawing/2014/main" id="{1808241E-B2B7-2BE0-CF0A-16CB65CE3B5C}"/>
                </a:ext>
              </a:extLst>
            </p:cNvPr>
            <p:cNvSpPr/>
            <p:nvPr/>
          </p:nvSpPr>
          <p:spPr>
            <a:xfrm>
              <a:off x="9281814" y="4222493"/>
              <a:ext cx="1125230" cy="369364"/>
            </a:xfrm>
            <a:prstGeom prst="roundRect">
              <a:avLst/>
            </a:prstGeom>
            <a:ln w="63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a:solidFill>
                    <a:srgbClr val="002060"/>
                  </a:solidFill>
                </a:rPr>
                <a:t>Adobe Agents</a:t>
              </a:r>
            </a:p>
          </p:txBody>
        </p:sp>
      </p:grpSp>
      <p:cxnSp>
        <p:nvCxnSpPr>
          <p:cNvPr id="106" name="Curved Connector 105">
            <a:extLst>
              <a:ext uri="{FF2B5EF4-FFF2-40B4-BE49-F238E27FC236}">
                <a16:creationId xmlns:a16="http://schemas.microsoft.com/office/drawing/2014/main" id="{EEACA450-06EF-65DB-DA53-4A08A6D44D7E}"/>
              </a:ext>
            </a:extLst>
          </p:cNvPr>
          <p:cNvCxnSpPr>
            <a:cxnSpLocks/>
            <a:stCxn id="4" idx="2"/>
            <a:endCxn id="88" idx="0"/>
          </p:cNvCxnSpPr>
          <p:nvPr/>
        </p:nvCxnSpPr>
        <p:spPr>
          <a:xfrm rot="16200000" flipH="1">
            <a:off x="1583352" y="4558600"/>
            <a:ext cx="1247153" cy="4115"/>
          </a:xfrm>
          <a:prstGeom prst="curvedConnector3">
            <a:avLst/>
          </a:prstGeom>
          <a:ln>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9" name="Curved Connector 108">
            <a:extLst>
              <a:ext uri="{FF2B5EF4-FFF2-40B4-BE49-F238E27FC236}">
                <a16:creationId xmlns:a16="http://schemas.microsoft.com/office/drawing/2014/main" id="{57ED7BCC-DEDF-3127-6AE7-AE94413C9221}"/>
              </a:ext>
            </a:extLst>
          </p:cNvPr>
          <p:cNvCxnSpPr>
            <a:cxnSpLocks/>
            <a:stCxn id="4" idx="2"/>
            <a:endCxn id="92" idx="0"/>
          </p:cNvCxnSpPr>
          <p:nvPr/>
        </p:nvCxnSpPr>
        <p:spPr>
          <a:xfrm rot="16200000" flipH="1">
            <a:off x="2293931" y="3848022"/>
            <a:ext cx="1247153" cy="1425272"/>
          </a:xfrm>
          <a:prstGeom prst="curvedConnector3">
            <a:avLst>
              <a:gd name="adj1" fmla="val 80339"/>
            </a:avLst>
          </a:prstGeom>
          <a:ln>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4" name="Curved Connector 113">
            <a:extLst>
              <a:ext uri="{FF2B5EF4-FFF2-40B4-BE49-F238E27FC236}">
                <a16:creationId xmlns:a16="http://schemas.microsoft.com/office/drawing/2014/main" id="{CA906846-6E11-2224-38CD-2BCA526CF7FB}"/>
              </a:ext>
            </a:extLst>
          </p:cNvPr>
          <p:cNvCxnSpPr>
            <a:cxnSpLocks/>
            <a:stCxn id="4" idx="2"/>
            <a:endCxn id="98" idx="0"/>
          </p:cNvCxnSpPr>
          <p:nvPr/>
        </p:nvCxnSpPr>
        <p:spPr>
          <a:xfrm rot="5400000">
            <a:off x="847237" y="3874366"/>
            <a:ext cx="1294919" cy="1420351"/>
          </a:xfrm>
          <a:prstGeom prst="curvedConnector3">
            <a:avLst>
              <a:gd name="adj1" fmla="val 73537"/>
            </a:avLst>
          </a:prstGeom>
          <a:ln>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932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14818524-B4DF-BE24-E66A-AE03B8E120AF}"/>
              </a:ext>
            </a:extLst>
          </p:cNvPr>
          <p:cNvPicPr>
            <a:picLocks noChangeAspect="1"/>
          </p:cNvPicPr>
          <p:nvPr/>
        </p:nvPicPr>
        <p:blipFill>
          <a:blip r:embed="rId2"/>
          <a:stretch>
            <a:fillRect/>
          </a:stretch>
        </p:blipFill>
        <p:spPr>
          <a:xfrm>
            <a:off x="1200115" y="1338135"/>
            <a:ext cx="4165600" cy="5003800"/>
          </a:xfrm>
          <a:prstGeom prst="rect">
            <a:avLst/>
          </a:prstGeom>
        </p:spPr>
      </p:pic>
      <p:sp>
        <p:nvSpPr>
          <p:cNvPr id="2" name="Title 1">
            <a:extLst>
              <a:ext uri="{FF2B5EF4-FFF2-40B4-BE49-F238E27FC236}">
                <a16:creationId xmlns:a16="http://schemas.microsoft.com/office/drawing/2014/main" id="{882C6A2C-A021-6D0A-5F42-75B3006661CD}"/>
              </a:ext>
            </a:extLst>
          </p:cNvPr>
          <p:cNvSpPr>
            <a:spLocks noGrp="1"/>
          </p:cNvSpPr>
          <p:nvPr>
            <p:ph type="title"/>
          </p:nvPr>
        </p:nvSpPr>
        <p:spPr/>
        <p:txBody>
          <a:bodyPr/>
          <a:lstStyle/>
          <a:p>
            <a:r>
              <a:rPr lang="en-US" dirty="0"/>
              <a:t>How do we plan?</a:t>
            </a:r>
          </a:p>
        </p:txBody>
      </p:sp>
      <p:sp>
        <p:nvSpPr>
          <p:cNvPr id="13" name="TextBox 12">
            <a:extLst>
              <a:ext uri="{FF2B5EF4-FFF2-40B4-BE49-F238E27FC236}">
                <a16:creationId xmlns:a16="http://schemas.microsoft.com/office/drawing/2014/main" id="{1F0F1A0D-1A06-4894-81A8-8CCEE58481DA}"/>
              </a:ext>
            </a:extLst>
          </p:cNvPr>
          <p:cNvSpPr txBox="1"/>
          <p:nvPr/>
        </p:nvSpPr>
        <p:spPr>
          <a:xfrm>
            <a:off x="6653270" y="1829524"/>
            <a:ext cx="2043677" cy="381672"/>
          </a:xfrm>
          <a:prstGeom prst="rect">
            <a:avLst/>
          </a:prstGeom>
          <a:noFill/>
        </p:spPr>
        <p:txBody>
          <a:bodyPr wrap="square" rtlCol="0">
            <a:spAutoFit/>
          </a:bodyPr>
          <a:lstStyle/>
          <a:p>
            <a:pPr>
              <a:lnSpc>
                <a:spcPct val="110000"/>
              </a:lnSpc>
              <a:spcBef>
                <a:spcPts val="900"/>
              </a:spcBef>
            </a:pPr>
            <a:r>
              <a:rPr lang="en-US" sz="1799">
                <a:solidFill>
                  <a:schemeClr val="accent6">
                    <a:lumMod val="75000"/>
                  </a:schemeClr>
                </a:solidFill>
              </a:rPr>
              <a:t>Goal</a:t>
            </a:r>
            <a:endParaRPr lang="en-US" sz="1799" u="sng">
              <a:solidFill>
                <a:schemeClr val="accent6">
                  <a:lumMod val="75000"/>
                </a:schemeClr>
              </a:solidFill>
            </a:endParaRPr>
          </a:p>
        </p:txBody>
      </p:sp>
      <p:sp>
        <p:nvSpPr>
          <p:cNvPr id="15" name="Rounded Rectangle 14">
            <a:extLst>
              <a:ext uri="{FF2B5EF4-FFF2-40B4-BE49-F238E27FC236}">
                <a16:creationId xmlns:a16="http://schemas.microsoft.com/office/drawing/2014/main" id="{7177BA10-7501-E60F-1146-58FD543D0B78}"/>
              </a:ext>
            </a:extLst>
          </p:cNvPr>
          <p:cNvSpPr/>
          <p:nvPr/>
        </p:nvSpPr>
        <p:spPr>
          <a:xfrm>
            <a:off x="1214093" y="1743592"/>
            <a:ext cx="4054221" cy="553535"/>
          </a:xfrm>
          <a:prstGeom prst="roundRect">
            <a:avLst/>
          </a:prstGeom>
          <a:noFill/>
          <a:ln w="28575">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cxnSp>
        <p:nvCxnSpPr>
          <p:cNvPr id="16" name="Straight Arrow Connector 15">
            <a:extLst>
              <a:ext uri="{FF2B5EF4-FFF2-40B4-BE49-F238E27FC236}">
                <a16:creationId xmlns:a16="http://schemas.microsoft.com/office/drawing/2014/main" id="{FA52AE11-A129-80C2-CFD8-AEABE3B75A73}"/>
              </a:ext>
            </a:extLst>
          </p:cNvPr>
          <p:cNvCxnSpPr>
            <a:cxnSpLocks/>
            <a:stCxn id="13" idx="1"/>
          </p:cNvCxnSpPr>
          <p:nvPr/>
        </p:nvCxnSpPr>
        <p:spPr>
          <a:xfrm flipH="1">
            <a:off x="5268314" y="2020360"/>
            <a:ext cx="1384956"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C8CA0C-65F9-55B1-CB99-48D9EFED5DE7}"/>
              </a:ext>
            </a:extLst>
          </p:cNvPr>
          <p:cNvCxnSpPr>
            <a:cxnSpLocks/>
          </p:cNvCxnSpPr>
          <p:nvPr/>
        </p:nvCxnSpPr>
        <p:spPr>
          <a:xfrm flipH="1">
            <a:off x="5268314" y="5730215"/>
            <a:ext cx="1421427"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B6D383-A5C0-6614-E8A1-05E41CF8EE53}"/>
              </a:ext>
            </a:extLst>
          </p:cNvPr>
          <p:cNvSpPr txBox="1"/>
          <p:nvPr/>
        </p:nvSpPr>
        <p:spPr>
          <a:xfrm>
            <a:off x="6653270" y="2473742"/>
            <a:ext cx="2043677" cy="381708"/>
          </a:xfrm>
          <a:prstGeom prst="rect">
            <a:avLst/>
          </a:prstGeom>
          <a:noFill/>
        </p:spPr>
        <p:txBody>
          <a:bodyPr wrap="square" rtlCol="0">
            <a:spAutoFit/>
          </a:bodyPr>
          <a:lstStyle/>
          <a:p>
            <a:pPr>
              <a:lnSpc>
                <a:spcPct val="110000"/>
              </a:lnSpc>
              <a:spcBef>
                <a:spcPts val="900"/>
              </a:spcBef>
            </a:pPr>
            <a:r>
              <a:rPr lang="en-US" sz="1799">
                <a:solidFill>
                  <a:schemeClr val="accent6">
                    <a:lumMod val="75000"/>
                  </a:schemeClr>
                </a:solidFill>
              </a:rPr>
              <a:t>Phases</a:t>
            </a:r>
            <a:endParaRPr lang="en-US" sz="1799"/>
          </a:p>
        </p:txBody>
      </p:sp>
      <p:cxnSp>
        <p:nvCxnSpPr>
          <p:cNvPr id="21" name="Straight Arrow Connector 20">
            <a:extLst>
              <a:ext uri="{FF2B5EF4-FFF2-40B4-BE49-F238E27FC236}">
                <a16:creationId xmlns:a16="http://schemas.microsoft.com/office/drawing/2014/main" id="{13240F1E-04FB-35B3-9E7D-F2C820FC6504}"/>
              </a:ext>
            </a:extLst>
          </p:cNvPr>
          <p:cNvCxnSpPr>
            <a:cxnSpLocks/>
          </p:cNvCxnSpPr>
          <p:nvPr/>
        </p:nvCxnSpPr>
        <p:spPr>
          <a:xfrm flipH="1">
            <a:off x="4960800" y="2702585"/>
            <a:ext cx="1692470"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8EB1319A-55EF-2A53-71FD-A5324748D343}"/>
              </a:ext>
            </a:extLst>
          </p:cNvPr>
          <p:cNvSpPr/>
          <p:nvPr/>
        </p:nvSpPr>
        <p:spPr>
          <a:xfrm>
            <a:off x="1200115" y="2297127"/>
            <a:ext cx="4054221" cy="3124500"/>
          </a:xfrm>
          <a:prstGeom prst="roundRect">
            <a:avLst>
              <a:gd name="adj" fmla="val 4223"/>
            </a:avLst>
          </a:prstGeom>
          <a:noFill/>
          <a:ln w="28575">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24" name="Rounded Rectangle 23">
            <a:extLst>
              <a:ext uri="{FF2B5EF4-FFF2-40B4-BE49-F238E27FC236}">
                <a16:creationId xmlns:a16="http://schemas.microsoft.com/office/drawing/2014/main" id="{70E778DD-F434-0946-DE05-05042AFADD03}"/>
              </a:ext>
            </a:extLst>
          </p:cNvPr>
          <p:cNvSpPr/>
          <p:nvPr/>
        </p:nvSpPr>
        <p:spPr>
          <a:xfrm>
            <a:off x="1207104" y="5421627"/>
            <a:ext cx="4054221" cy="553535"/>
          </a:xfrm>
          <a:prstGeom prst="roundRect">
            <a:avLst/>
          </a:prstGeom>
          <a:noFill/>
          <a:ln w="28575">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cxnSp>
        <p:nvCxnSpPr>
          <p:cNvPr id="29" name="Straight Arrow Connector 28">
            <a:extLst>
              <a:ext uri="{FF2B5EF4-FFF2-40B4-BE49-F238E27FC236}">
                <a16:creationId xmlns:a16="http://schemas.microsoft.com/office/drawing/2014/main" id="{779522EB-DD0D-92B7-6EA0-FC4ADAC8D08D}"/>
              </a:ext>
            </a:extLst>
          </p:cNvPr>
          <p:cNvCxnSpPr>
            <a:cxnSpLocks/>
          </p:cNvCxnSpPr>
          <p:nvPr/>
        </p:nvCxnSpPr>
        <p:spPr>
          <a:xfrm flipH="1">
            <a:off x="3391200" y="3225168"/>
            <a:ext cx="3262070"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4A44B95-2AB6-3D2A-6326-91894331D055}"/>
              </a:ext>
            </a:extLst>
          </p:cNvPr>
          <p:cNvSpPr txBox="1"/>
          <p:nvPr/>
        </p:nvSpPr>
        <p:spPr>
          <a:xfrm>
            <a:off x="6653270" y="3038206"/>
            <a:ext cx="2043677" cy="373628"/>
          </a:xfrm>
          <a:prstGeom prst="rect">
            <a:avLst/>
          </a:prstGeom>
          <a:noFill/>
        </p:spPr>
        <p:txBody>
          <a:bodyPr wrap="square" rtlCol="0">
            <a:spAutoFit/>
          </a:bodyPr>
          <a:lstStyle/>
          <a:p>
            <a:pPr>
              <a:lnSpc>
                <a:spcPct val="110000"/>
              </a:lnSpc>
              <a:spcBef>
                <a:spcPts val="900"/>
              </a:spcBef>
            </a:pPr>
            <a:r>
              <a:rPr lang="en-US" sz="1799">
                <a:solidFill>
                  <a:schemeClr val="accent6">
                    <a:lumMod val="75000"/>
                  </a:schemeClr>
                </a:solidFill>
              </a:rPr>
              <a:t>Steps</a:t>
            </a:r>
            <a:endParaRPr lang="en-US" sz="1799"/>
          </a:p>
        </p:txBody>
      </p:sp>
      <p:sp>
        <p:nvSpPr>
          <p:cNvPr id="35" name="TextBox 34">
            <a:extLst>
              <a:ext uri="{FF2B5EF4-FFF2-40B4-BE49-F238E27FC236}">
                <a16:creationId xmlns:a16="http://schemas.microsoft.com/office/drawing/2014/main" id="{645B762C-E219-8B8E-A1E9-040971742030}"/>
              </a:ext>
            </a:extLst>
          </p:cNvPr>
          <p:cNvSpPr txBox="1"/>
          <p:nvPr/>
        </p:nvSpPr>
        <p:spPr>
          <a:xfrm>
            <a:off x="6689741" y="5543401"/>
            <a:ext cx="2043677" cy="373628"/>
          </a:xfrm>
          <a:prstGeom prst="rect">
            <a:avLst/>
          </a:prstGeom>
          <a:noFill/>
        </p:spPr>
        <p:txBody>
          <a:bodyPr wrap="square" rtlCol="0">
            <a:spAutoFit/>
          </a:bodyPr>
          <a:lstStyle/>
          <a:p>
            <a:pPr>
              <a:lnSpc>
                <a:spcPct val="110000"/>
              </a:lnSpc>
              <a:spcBef>
                <a:spcPts val="900"/>
              </a:spcBef>
            </a:pPr>
            <a:r>
              <a:rPr lang="en-US" sz="1799">
                <a:solidFill>
                  <a:schemeClr val="accent6">
                    <a:lumMod val="75000"/>
                  </a:schemeClr>
                </a:solidFill>
              </a:rPr>
              <a:t>Constraints</a:t>
            </a:r>
            <a:endParaRPr lang="en-US" sz="1799"/>
          </a:p>
        </p:txBody>
      </p:sp>
      <p:sp>
        <p:nvSpPr>
          <p:cNvPr id="36" name="TextBox 35">
            <a:extLst>
              <a:ext uri="{FF2B5EF4-FFF2-40B4-BE49-F238E27FC236}">
                <a16:creationId xmlns:a16="http://schemas.microsoft.com/office/drawing/2014/main" id="{DB426A5F-7F52-4386-D485-D840CE9FCD20}"/>
              </a:ext>
            </a:extLst>
          </p:cNvPr>
          <p:cNvSpPr txBox="1"/>
          <p:nvPr/>
        </p:nvSpPr>
        <p:spPr>
          <a:xfrm>
            <a:off x="7273572" y="1880385"/>
            <a:ext cx="2547227" cy="279948"/>
          </a:xfrm>
          <a:prstGeom prst="rect">
            <a:avLst/>
          </a:prstGeom>
          <a:noFill/>
        </p:spPr>
        <p:txBody>
          <a:bodyPr wrap="square" rtlCol="0">
            <a:spAutoFit/>
          </a:bodyPr>
          <a:lstStyle/>
          <a:p>
            <a:pPr algn="l">
              <a:lnSpc>
                <a:spcPct val="110000"/>
              </a:lnSpc>
              <a:spcBef>
                <a:spcPts val="900"/>
              </a:spcBef>
            </a:pPr>
            <a:r>
              <a:rPr lang="en-US" sz="1200" i="1"/>
              <a:t>Summary of the user objective</a:t>
            </a:r>
          </a:p>
        </p:txBody>
      </p:sp>
      <p:sp>
        <p:nvSpPr>
          <p:cNvPr id="38" name="TextBox 37">
            <a:extLst>
              <a:ext uri="{FF2B5EF4-FFF2-40B4-BE49-F238E27FC236}">
                <a16:creationId xmlns:a16="http://schemas.microsoft.com/office/drawing/2014/main" id="{6A70E078-875B-A30E-1B1D-BDD0363BFFE2}"/>
              </a:ext>
            </a:extLst>
          </p:cNvPr>
          <p:cNvSpPr txBox="1"/>
          <p:nvPr/>
        </p:nvSpPr>
        <p:spPr>
          <a:xfrm>
            <a:off x="7368372" y="2527226"/>
            <a:ext cx="2547227" cy="279948"/>
          </a:xfrm>
          <a:prstGeom prst="rect">
            <a:avLst/>
          </a:prstGeom>
          <a:noFill/>
        </p:spPr>
        <p:txBody>
          <a:bodyPr wrap="square" rtlCol="0">
            <a:spAutoFit/>
          </a:bodyPr>
          <a:lstStyle/>
          <a:p>
            <a:pPr algn="l">
              <a:lnSpc>
                <a:spcPct val="110000"/>
              </a:lnSpc>
              <a:spcBef>
                <a:spcPts val="900"/>
              </a:spcBef>
            </a:pPr>
            <a:r>
              <a:rPr lang="en-US" sz="1200" i="1"/>
              <a:t>High level jobs to be done</a:t>
            </a:r>
          </a:p>
        </p:txBody>
      </p:sp>
      <p:sp>
        <p:nvSpPr>
          <p:cNvPr id="3" name="TextBox 2">
            <a:extLst>
              <a:ext uri="{FF2B5EF4-FFF2-40B4-BE49-F238E27FC236}">
                <a16:creationId xmlns:a16="http://schemas.microsoft.com/office/drawing/2014/main" id="{66AD6760-B404-784A-AC53-D767B88935FC}"/>
              </a:ext>
            </a:extLst>
          </p:cNvPr>
          <p:cNvSpPr txBox="1"/>
          <p:nvPr/>
        </p:nvSpPr>
        <p:spPr>
          <a:xfrm>
            <a:off x="7368371" y="3109710"/>
            <a:ext cx="3623514" cy="279948"/>
          </a:xfrm>
          <a:prstGeom prst="rect">
            <a:avLst/>
          </a:prstGeom>
          <a:noFill/>
        </p:spPr>
        <p:txBody>
          <a:bodyPr wrap="square" rtlCol="0">
            <a:spAutoFit/>
          </a:bodyPr>
          <a:lstStyle/>
          <a:p>
            <a:pPr algn="l">
              <a:lnSpc>
                <a:spcPct val="110000"/>
              </a:lnSpc>
              <a:spcBef>
                <a:spcPts val="900"/>
              </a:spcBef>
            </a:pPr>
            <a:r>
              <a:rPr lang="en-US" sz="1200" i="1"/>
              <a:t>Atomic task, grounded in operators</a:t>
            </a:r>
          </a:p>
        </p:txBody>
      </p:sp>
      <p:sp>
        <p:nvSpPr>
          <p:cNvPr id="4" name="TextBox 3">
            <a:extLst>
              <a:ext uri="{FF2B5EF4-FFF2-40B4-BE49-F238E27FC236}">
                <a16:creationId xmlns:a16="http://schemas.microsoft.com/office/drawing/2014/main" id="{D0457100-C56F-B7BF-3D28-EE94E688A3DD}"/>
              </a:ext>
            </a:extLst>
          </p:cNvPr>
          <p:cNvSpPr txBox="1"/>
          <p:nvPr/>
        </p:nvSpPr>
        <p:spPr>
          <a:xfrm>
            <a:off x="7825571" y="5597681"/>
            <a:ext cx="3623514" cy="279948"/>
          </a:xfrm>
          <a:prstGeom prst="rect">
            <a:avLst/>
          </a:prstGeom>
          <a:noFill/>
        </p:spPr>
        <p:txBody>
          <a:bodyPr wrap="square" rtlCol="0">
            <a:spAutoFit/>
          </a:bodyPr>
          <a:lstStyle/>
          <a:p>
            <a:pPr algn="l">
              <a:lnSpc>
                <a:spcPct val="110000"/>
              </a:lnSpc>
              <a:spcBef>
                <a:spcPts val="900"/>
              </a:spcBef>
            </a:pPr>
            <a:r>
              <a:rPr lang="en-US" sz="1200" i="1"/>
              <a:t>Important validation or verification criteria</a:t>
            </a:r>
          </a:p>
        </p:txBody>
      </p:sp>
    </p:spTree>
    <p:extLst>
      <p:ext uri="{BB962C8B-B14F-4D97-AF65-F5344CB8AC3E}">
        <p14:creationId xmlns:p14="http://schemas.microsoft.com/office/powerpoint/2010/main" val="749927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CEC23-A5B9-C74D-F1FE-DDE45C4F1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56B31-3346-4A94-A23F-4E6F55932B3D}"/>
              </a:ext>
            </a:extLst>
          </p:cNvPr>
          <p:cNvSpPr>
            <a:spLocks noGrp="1"/>
          </p:cNvSpPr>
          <p:nvPr>
            <p:ph type="title"/>
          </p:nvPr>
        </p:nvSpPr>
        <p:spPr>
          <a:xfrm>
            <a:off x="249413" y="39300"/>
            <a:ext cx="10972800" cy="946389"/>
          </a:xfrm>
        </p:spPr>
        <p:txBody>
          <a:bodyPr/>
          <a:lstStyle/>
          <a:p>
            <a:r>
              <a:rPr lang="en-US"/>
              <a:t>Plan Execution: Orchestrating multiple agents</a:t>
            </a:r>
          </a:p>
        </p:txBody>
      </p:sp>
      <p:sp>
        <p:nvSpPr>
          <p:cNvPr id="10" name="Rounded Rectangle 9">
            <a:extLst>
              <a:ext uri="{FF2B5EF4-FFF2-40B4-BE49-F238E27FC236}">
                <a16:creationId xmlns:a16="http://schemas.microsoft.com/office/drawing/2014/main" id="{9A4ED991-1658-D527-E99F-207EF0DE9D37}"/>
              </a:ext>
            </a:extLst>
          </p:cNvPr>
          <p:cNvSpPr/>
          <p:nvPr/>
        </p:nvSpPr>
        <p:spPr>
          <a:xfrm>
            <a:off x="8559468" y="5286701"/>
            <a:ext cx="1304248" cy="368136"/>
          </a:xfrm>
          <a:prstGeom prst="roundRect">
            <a:avLst>
              <a:gd name="adj" fmla="val 28168"/>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Audience Agent</a:t>
            </a:r>
          </a:p>
        </p:txBody>
      </p:sp>
      <p:sp>
        <p:nvSpPr>
          <p:cNvPr id="11" name="Rounded Rectangle 10">
            <a:extLst>
              <a:ext uri="{FF2B5EF4-FFF2-40B4-BE49-F238E27FC236}">
                <a16:creationId xmlns:a16="http://schemas.microsoft.com/office/drawing/2014/main" id="{28164BEE-B494-FC04-2638-76131A1CC370}"/>
              </a:ext>
            </a:extLst>
          </p:cNvPr>
          <p:cNvSpPr/>
          <p:nvPr/>
        </p:nvSpPr>
        <p:spPr>
          <a:xfrm>
            <a:off x="8559468" y="4824546"/>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Draft, Estimate, Create Audiences</a:t>
            </a:r>
          </a:p>
        </p:txBody>
      </p:sp>
      <p:sp>
        <p:nvSpPr>
          <p:cNvPr id="13" name="Rounded Rectangle 12">
            <a:extLst>
              <a:ext uri="{FF2B5EF4-FFF2-40B4-BE49-F238E27FC236}">
                <a16:creationId xmlns:a16="http://schemas.microsoft.com/office/drawing/2014/main" id="{E9C893BE-86BB-E14D-D0B9-47986FDFDD47}"/>
              </a:ext>
            </a:extLst>
          </p:cNvPr>
          <p:cNvSpPr/>
          <p:nvPr/>
        </p:nvSpPr>
        <p:spPr>
          <a:xfrm>
            <a:off x="4496128" y="6393886"/>
            <a:ext cx="1304247" cy="368136"/>
          </a:xfrm>
          <a:prstGeom prst="roundRect">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Journey </a:t>
            </a:r>
            <a:br>
              <a:rPr lang="en-US" sz="1000" b="1">
                <a:solidFill>
                  <a:schemeClr val="tx1">
                    <a:alpha val="24856"/>
                  </a:schemeClr>
                </a:solidFill>
              </a:rPr>
            </a:br>
            <a:r>
              <a:rPr lang="en-US" sz="1000" b="1">
                <a:solidFill>
                  <a:schemeClr val="tx1">
                    <a:alpha val="24856"/>
                  </a:schemeClr>
                </a:solidFill>
              </a:rPr>
              <a:t>Agent</a:t>
            </a:r>
          </a:p>
        </p:txBody>
      </p:sp>
      <p:pic>
        <p:nvPicPr>
          <p:cNvPr id="14" name="Graphic 13" descr="Left Brain with solid fill">
            <a:extLst>
              <a:ext uri="{FF2B5EF4-FFF2-40B4-BE49-F238E27FC236}">
                <a16:creationId xmlns:a16="http://schemas.microsoft.com/office/drawing/2014/main" id="{4E7B64CA-9210-2A80-3230-152A8784CA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4650" y="2593573"/>
            <a:ext cx="872980" cy="872980"/>
          </a:xfrm>
          <a:prstGeom prst="rect">
            <a:avLst/>
          </a:prstGeom>
        </p:spPr>
      </p:pic>
      <p:sp>
        <p:nvSpPr>
          <p:cNvPr id="15" name="TextBox 14">
            <a:extLst>
              <a:ext uri="{FF2B5EF4-FFF2-40B4-BE49-F238E27FC236}">
                <a16:creationId xmlns:a16="http://schemas.microsoft.com/office/drawing/2014/main" id="{05C7CDEB-882C-1B07-CDE2-06D76B805CE7}"/>
              </a:ext>
            </a:extLst>
          </p:cNvPr>
          <p:cNvSpPr txBox="1"/>
          <p:nvPr/>
        </p:nvSpPr>
        <p:spPr>
          <a:xfrm>
            <a:off x="5477727" y="3227942"/>
            <a:ext cx="2650603" cy="373757"/>
          </a:xfrm>
          <a:prstGeom prst="rect">
            <a:avLst/>
          </a:prstGeom>
          <a:noFill/>
        </p:spPr>
        <p:txBody>
          <a:bodyPr wrap="square" rtlCol="0">
            <a:spAutoFit/>
          </a:bodyPr>
          <a:lstStyle/>
          <a:p>
            <a:pPr algn="ctr">
              <a:lnSpc>
                <a:spcPct val="110000"/>
              </a:lnSpc>
              <a:spcBef>
                <a:spcPts val="900"/>
              </a:spcBef>
            </a:pPr>
            <a:r>
              <a:rPr lang="en-US">
                <a:solidFill>
                  <a:schemeClr val="accent4">
                    <a:lumMod val="50000"/>
                  </a:schemeClr>
                </a:solidFill>
              </a:rPr>
              <a:t>Agent Orchestrator</a:t>
            </a:r>
          </a:p>
        </p:txBody>
      </p:sp>
      <p:cxnSp>
        <p:nvCxnSpPr>
          <p:cNvPr id="19" name="Straight Arrow Connector 18">
            <a:extLst>
              <a:ext uri="{FF2B5EF4-FFF2-40B4-BE49-F238E27FC236}">
                <a16:creationId xmlns:a16="http://schemas.microsoft.com/office/drawing/2014/main" id="{B773CA0B-5B9D-E8E0-FA6B-77CBCD775BF5}"/>
              </a:ext>
            </a:extLst>
          </p:cNvPr>
          <p:cNvCxnSpPr/>
          <p:nvPr/>
        </p:nvCxnSpPr>
        <p:spPr>
          <a:xfrm>
            <a:off x="6580395" y="2969064"/>
            <a:ext cx="375261" cy="0"/>
          </a:xfrm>
          <a:prstGeom prst="straightConnector1">
            <a:avLst/>
          </a:prstGeom>
          <a:ln w="25400">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7912D03F-8135-087D-E94A-3DB682954BBA}"/>
              </a:ext>
            </a:extLst>
          </p:cNvPr>
          <p:cNvSpPr/>
          <p:nvPr/>
        </p:nvSpPr>
        <p:spPr>
          <a:xfrm>
            <a:off x="4496126" y="5943306"/>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Draft &amp; Created Journeys</a:t>
            </a:r>
          </a:p>
        </p:txBody>
      </p:sp>
      <p:sp>
        <p:nvSpPr>
          <p:cNvPr id="22" name="Rounded Rectangle 21">
            <a:extLst>
              <a:ext uri="{FF2B5EF4-FFF2-40B4-BE49-F238E27FC236}">
                <a16:creationId xmlns:a16="http://schemas.microsoft.com/office/drawing/2014/main" id="{24DE61B5-5A87-DAE8-5F7B-2539048ABB01}"/>
              </a:ext>
            </a:extLst>
          </p:cNvPr>
          <p:cNvSpPr/>
          <p:nvPr/>
        </p:nvSpPr>
        <p:spPr>
          <a:xfrm>
            <a:off x="4695506" y="4890667"/>
            <a:ext cx="1304249" cy="368136"/>
          </a:xfrm>
          <a:prstGeom prst="roundRect">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Operational Insights  Agent</a:t>
            </a:r>
          </a:p>
        </p:txBody>
      </p:sp>
      <p:sp>
        <p:nvSpPr>
          <p:cNvPr id="23" name="Rounded Rectangle 22">
            <a:extLst>
              <a:ext uri="{FF2B5EF4-FFF2-40B4-BE49-F238E27FC236}">
                <a16:creationId xmlns:a16="http://schemas.microsoft.com/office/drawing/2014/main" id="{11FCA8DD-1275-5122-41EE-49C8C4944DA1}"/>
              </a:ext>
            </a:extLst>
          </p:cNvPr>
          <p:cNvSpPr/>
          <p:nvPr/>
        </p:nvSpPr>
        <p:spPr>
          <a:xfrm>
            <a:off x="4695506" y="4428511"/>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Business objects and lineage</a:t>
            </a:r>
          </a:p>
        </p:txBody>
      </p:sp>
      <p:sp>
        <p:nvSpPr>
          <p:cNvPr id="24" name="Rounded Rectangle 23">
            <a:extLst>
              <a:ext uri="{FF2B5EF4-FFF2-40B4-BE49-F238E27FC236}">
                <a16:creationId xmlns:a16="http://schemas.microsoft.com/office/drawing/2014/main" id="{ECAFC688-B327-AEFB-0D52-0452FA5BE918}"/>
              </a:ext>
            </a:extLst>
          </p:cNvPr>
          <p:cNvSpPr/>
          <p:nvPr/>
        </p:nvSpPr>
        <p:spPr>
          <a:xfrm>
            <a:off x="6565966" y="6307171"/>
            <a:ext cx="1304249" cy="368136"/>
          </a:xfrm>
          <a:prstGeom prst="roundRect">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Product Knowledge Agent</a:t>
            </a:r>
          </a:p>
        </p:txBody>
      </p:sp>
      <p:sp>
        <p:nvSpPr>
          <p:cNvPr id="25" name="Rounded Rectangle 24">
            <a:extLst>
              <a:ext uri="{FF2B5EF4-FFF2-40B4-BE49-F238E27FC236}">
                <a16:creationId xmlns:a16="http://schemas.microsoft.com/office/drawing/2014/main" id="{0232EE20-3615-42FD-1053-5CBBE0786961}"/>
              </a:ext>
            </a:extLst>
          </p:cNvPr>
          <p:cNvSpPr/>
          <p:nvPr/>
        </p:nvSpPr>
        <p:spPr>
          <a:xfrm>
            <a:off x="6565966" y="5831274"/>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Conceptual knowledge from product docs</a:t>
            </a:r>
          </a:p>
        </p:txBody>
      </p:sp>
      <p:sp>
        <p:nvSpPr>
          <p:cNvPr id="26" name="Rounded Rectangle 25">
            <a:extLst>
              <a:ext uri="{FF2B5EF4-FFF2-40B4-BE49-F238E27FC236}">
                <a16:creationId xmlns:a16="http://schemas.microsoft.com/office/drawing/2014/main" id="{9E907F44-52C8-FF53-5CA1-51204483961C}"/>
              </a:ext>
            </a:extLst>
          </p:cNvPr>
          <p:cNvSpPr/>
          <p:nvPr/>
        </p:nvSpPr>
        <p:spPr>
          <a:xfrm>
            <a:off x="6599971" y="5067733"/>
            <a:ext cx="1304248" cy="368136"/>
          </a:xfrm>
          <a:prstGeom prst="roundRect">
            <a:avLst>
              <a:gd name="adj" fmla="val 28168"/>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Data Insights Agent</a:t>
            </a:r>
          </a:p>
        </p:txBody>
      </p:sp>
      <p:sp>
        <p:nvSpPr>
          <p:cNvPr id="27" name="Rounded Rectangle 26">
            <a:extLst>
              <a:ext uri="{FF2B5EF4-FFF2-40B4-BE49-F238E27FC236}">
                <a16:creationId xmlns:a16="http://schemas.microsoft.com/office/drawing/2014/main" id="{9A81F4D4-9344-BFA5-7873-42658E750501}"/>
              </a:ext>
            </a:extLst>
          </p:cNvPr>
          <p:cNvSpPr/>
          <p:nvPr/>
        </p:nvSpPr>
        <p:spPr>
          <a:xfrm>
            <a:off x="6599971" y="4605578"/>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Find Data Insights</a:t>
            </a:r>
          </a:p>
        </p:txBody>
      </p:sp>
      <p:sp>
        <p:nvSpPr>
          <p:cNvPr id="30" name="Rounded Rectangle 29">
            <a:extLst>
              <a:ext uri="{FF2B5EF4-FFF2-40B4-BE49-F238E27FC236}">
                <a16:creationId xmlns:a16="http://schemas.microsoft.com/office/drawing/2014/main" id="{86C8005A-46F8-A0D3-7E9E-8EB821310015}"/>
              </a:ext>
            </a:extLst>
          </p:cNvPr>
          <p:cNvSpPr/>
          <p:nvPr/>
        </p:nvSpPr>
        <p:spPr>
          <a:xfrm>
            <a:off x="4373924" y="2363104"/>
            <a:ext cx="4003872" cy="1211920"/>
          </a:xfrm>
          <a:prstGeom prst="roundRect">
            <a:avLst/>
          </a:prstGeom>
          <a:noFill/>
          <a:ln w="381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a:solidFill>
                <a:schemeClr val="tx1"/>
              </a:solidFill>
            </a:endParaRPr>
          </a:p>
        </p:txBody>
      </p:sp>
      <p:sp>
        <p:nvSpPr>
          <p:cNvPr id="33" name="Rounded Rectangle 32">
            <a:extLst>
              <a:ext uri="{FF2B5EF4-FFF2-40B4-BE49-F238E27FC236}">
                <a16:creationId xmlns:a16="http://schemas.microsoft.com/office/drawing/2014/main" id="{970A72E4-07B0-AD91-7A3A-3008BE1003DD}"/>
              </a:ext>
            </a:extLst>
          </p:cNvPr>
          <p:cNvSpPr/>
          <p:nvPr/>
        </p:nvSpPr>
        <p:spPr>
          <a:xfrm>
            <a:off x="7059484" y="2815398"/>
            <a:ext cx="1028114" cy="390895"/>
          </a:xfrm>
          <a:prstGeom prst="roundRect">
            <a:avLst/>
          </a:prstGeom>
          <a:solidFill>
            <a:schemeClr val="accent4">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Plan Generator</a:t>
            </a:r>
          </a:p>
        </p:txBody>
      </p:sp>
      <p:sp>
        <p:nvSpPr>
          <p:cNvPr id="32" name="Rounded Rectangle 31">
            <a:extLst>
              <a:ext uri="{FF2B5EF4-FFF2-40B4-BE49-F238E27FC236}">
                <a16:creationId xmlns:a16="http://schemas.microsoft.com/office/drawing/2014/main" id="{1614C65A-9F62-96FF-207A-C9FAB416C1A9}"/>
              </a:ext>
            </a:extLst>
          </p:cNvPr>
          <p:cNvSpPr/>
          <p:nvPr/>
        </p:nvSpPr>
        <p:spPr>
          <a:xfrm>
            <a:off x="5427515" y="2773055"/>
            <a:ext cx="1028114" cy="443097"/>
          </a:xfrm>
          <a:prstGeom prst="roundRect">
            <a:avLst/>
          </a:prstGeom>
          <a:solidFill>
            <a:schemeClr val="accent4">
              <a:lumMod val="20000"/>
              <a:lumOff val="8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Executor</a:t>
            </a:r>
          </a:p>
        </p:txBody>
      </p:sp>
      <p:sp>
        <p:nvSpPr>
          <p:cNvPr id="74" name="TextBox 73">
            <a:extLst>
              <a:ext uri="{FF2B5EF4-FFF2-40B4-BE49-F238E27FC236}">
                <a16:creationId xmlns:a16="http://schemas.microsoft.com/office/drawing/2014/main" id="{AD8D76B4-EDCF-503F-2EFC-6DDBF43D706E}"/>
              </a:ext>
            </a:extLst>
          </p:cNvPr>
          <p:cNvSpPr txBox="1"/>
          <p:nvPr/>
        </p:nvSpPr>
        <p:spPr>
          <a:xfrm>
            <a:off x="193839" y="1279108"/>
            <a:ext cx="2245851" cy="342466"/>
          </a:xfrm>
          <a:prstGeom prst="rect">
            <a:avLst/>
          </a:prstGeom>
          <a:noFill/>
        </p:spPr>
        <p:txBody>
          <a:bodyPr wrap="square" rtlCol="0">
            <a:spAutoFit/>
          </a:bodyPr>
          <a:lstStyle/>
          <a:p>
            <a:pPr algn="ctr">
              <a:lnSpc>
                <a:spcPct val="110000"/>
              </a:lnSpc>
              <a:spcBef>
                <a:spcPts val="900"/>
              </a:spcBef>
            </a:pPr>
            <a:r>
              <a:rPr lang="en-US" sz="1600" b="1">
                <a:solidFill>
                  <a:schemeClr val="accent2"/>
                </a:solidFill>
              </a:rPr>
              <a:t>Approval</a:t>
            </a:r>
          </a:p>
        </p:txBody>
      </p:sp>
      <p:sp>
        <p:nvSpPr>
          <p:cNvPr id="68" name="TextBox 67">
            <a:extLst>
              <a:ext uri="{FF2B5EF4-FFF2-40B4-BE49-F238E27FC236}">
                <a16:creationId xmlns:a16="http://schemas.microsoft.com/office/drawing/2014/main" id="{EA195795-11EC-35EC-5F71-282285CAE8FD}"/>
              </a:ext>
            </a:extLst>
          </p:cNvPr>
          <p:cNvSpPr txBox="1"/>
          <p:nvPr/>
        </p:nvSpPr>
        <p:spPr>
          <a:xfrm>
            <a:off x="265323" y="2974975"/>
            <a:ext cx="2186434" cy="342466"/>
          </a:xfrm>
          <a:prstGeom prst="rect">
            <a:avLst/>
          </a:prstGeom>
          <a:noFill/>
        </p:spPr>
        <p:txBody>
          <a:bodyPr wrap="square" rtlCol="0">
            <a:spAutoFit/>
          </a:bodyPr>
          <a:lstStyle/>
          <a:p>
            <a:pPr algn="ctr">
              <a:lnSpc>
                <a:spcPct val="110000"/>
              </a:lnSpc>
              <a:spcBef>
                <a:spcPts val="900"/>
              </a:spcBef>
            </a:pPr>
            <a:endParaRPr lang="en-US" sz="1600">
              <a:solidFill>
                <a:schemeClr val="accent2"/>
              </a:solidFill>
            </a:endParaRPr>
          </a:p>
        </p:txBody>
      </p:sp>
      <p:sp>
        <p:nvSpPr>
          <p:cNvPr id="18" name="Rounded Rectangle 17">
            <a:extLst>
              <a:ext uri="{FF2B5EF4-FFF2-40B4-BE49-F238E27FC236}">
                <a16:creationId xmlns:a16="http://schemas.microsoft.com/office/drawing/2014/main" id="{D8C54F12-50CB-44F8-DFB4-F7531B62DAB9}"/>
              </a:ext>
            </a:extLst>
          </p:cNvPr>
          <p:cNvSpPr/>
          <p:nvPr/>
        </p:nvSpPr>
        <p:spPr>
          <a:xfrm>
            <a:off x="3060579" y="5240837"/>
            <a:ext cx="1304249" cy="368136"/>
          </a:xfrm>
          <a:prstGeom prst="roundRect">
            <a:avLst/>
          </a:prstGeom>
          <a:solidFill>
            <a:schemeClr val="bg2">
              <a:lumMod val="90000"/>
              <a:alpha val="49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alpha val="24856"/>
                  </a:schemeClr>
                </a:solidFill>
              </a:rPr>
              <a:t>Field Discovery Agent</a:t>
            </a:r>
          </a:p>
        </p:txBody>
      </p:sp>
      <p:sp>
        <p:nvSpPr>
          <p:cNvPr id="36" name="Rounded Rectangle 35">
            <a:extLst>
              <a:ext uri="{FF2B5EF4-FFF2-40B4-BE49-F238E27FC236}">
                <a16:creationId xmlns:a16="http://schemas.microsoft.com/office/drawing/2014/main" id="{8C1BC824-4E41-D211-4AC2-A71CA04D6242}"/>
              </a:ext>
            </a:extLst>
          </p:cNvPr>
          <p:cNvSpPr/>
          <p:nvPr/>
        </p:nvSpPr>
        <p:spPr>
          <a:xfrm>
            <a:off x="3060579" y="4778681"/>
            <a:ext cx="1304248" cy="830290"/>
          </a:xfrm>
          <a:prstGeom prst="roundRect">
            <a:avLst>
              <a:gd name="adj" fmla="val 11341"/>
            </a:avLst>
          </a:prstGeom>
          <a:noFill/>
          <a:ln w="38100">
            <a:solidFill>
              <a:schemeClr val="tx1">
                <a:lumMod val="50000"/>
                <a:lumOff val="50000"/>
                <a:alpha val="5019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tx1">
                    <a:alpha val="44000"/>
                  </a:schemeClr>
                </a:solidFill>
              </a:rPr>
              <a:t>Find relevant XDM fields</a:t>
            </a:r>
          </a:p>
        </p:txBody>
      </p:sp>
      <p:grpSp>
        <p:nvGrpSpPr>
          <p:cNvPr id="21" name="Group 20">
            <a:extLst>
              <a:ext uri="{FF2B5EF4-FFF2-40B4-BE49-F238E27FC236}">
                <a16:creationId xmlns:a16="http://schemas.microsoft.com/office/drawing/2014/main" id="{CB3DD596-2CFD-955D-237F-F7CA3C117159}"/>
              </a:ext>
            </a:extLst>
          </p:cNvPr>
          <p:cNvGrpSpPr/>
          <p:nvPr/>
        </p:nvGrpSpPr>
        <p:grpSpPr>
          <a:xfrm>
            <a:off x="211067" y="1712189"/>
            <a:ext cx="7893855" cy="1913572"/>
            <a:chOff x="211067" y="1712189"/>
            <a:chExt cx="7893855" cy="1913572"/>
          </a:xfrm>
        </p:grpSpPr>
        <p:cxnSp>
          <p:nvCxnSpPr>
            <p:cNvPr id="56" name="Curved Connector 55">
              <a:extLst>
                <a:ext uri="{FF2B5EF4-FFF2-40B4-BE49-F238E27FC236}">
                  <a16:creationId xmlns:a16="http://schemas.microsoft.com/office/drawing/2014/main" id="{B9FE2A42-0DC3-EE67-3410-C5E73AE56104}"/>
                </a:ext>
              </a:extLst>
            </p:cNvPr>
            <p:cNvCxnSpPr>
              <a:cxnSpLocks/>
              <a:stCxn id="43" idx="2"/>
            </p:cNvCxnSpPr>
            <p:nvPr/>
          </p:nvCxnSpPr>
          <p:spPr>
            <a:xfrm rot="16200000" flipH="1">
              <a:off x="5487706" y="1200056"/>
              <a:ext cx="768186" cy="1792452"/>
            </a:xfrm>
            <a:prstGeom prst="curvedConnector2">
              <a:avLst/>
            </a:prstGeom>
            <a:ln>
              <a:solidFill>
                <a:srgbClr val="7154FA"/>
              </a:solidFill>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4D2379E-4CA0-7970-5E82-A81BD0B15C9C}"/>
                </a:ext>
              </a:extLst>
            </p:cNvPr>
            <p:cNvGrpSpPr/>
            <p:nvPr/>
          </p:nvGrpSpPr>
          <p:grpSpPr>
            <a:xfrm>
              <a:off x="211067" y="2216210"/>
              <a:ext cx="7893855" cy="1409551"/>
              <a:chOff x="211067" y="2216210"/>
              <a:chExt cx="7893855" cy="1409551"/>
            </a:xfrm>
          </p:grpSpPr>
          <p:cxnSp>
            <p:nvCxnSpPr>
              <p:cNvPr id="77" name="Straight Arrow Connector 76">
                <a:extLst>
                  <a:ext uri="{FF2B5EF4-FFF2-40B4-BE49-F238E27FC236}">
                    <a16:creationId xmlns:a16="http://schemas.microsoft.com/office/drawing/2014/main" id="{A454B02B-4002-B1BE-B758-56B3BAD38F6D}"/>
                  </a:ext>
                </a:extLst>
              </p:cNvPr>
              <p:cNvCxnSpPr>
                <a:cxnSpLocks/>
              </p:cNvCxnSpPr>
              <p:nvPr/>
            </p:nvCxnSpPr>
            <p:spPr>
              <a:xfrm>
                <a:off x="1358540" y="2216210"/>
                <a:ext cx="0" cy="7148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Rounded Rectangle 27">
                <a:extLst>
                  <a:ext uri="{FF2B5EF4-FFF2-40B4-BE49-F238E27FC236}">
                    <a16:creationId xmlns:a16="http://schemas.microsoft.com/office/drawing/2014/main" id="{AFBC9E3B-BC80-526D-F8C6-020A61B0F0CA}"/>
                  </a:ext>
                </a:extLst>
              </p:cNvPr>
              <p:cNvSpPr/>
              <p:nvPr/>
            </p:nvSpPr>
            <p:spPr>
              <a:xfrm>
                <a:off x="5431129" y="2772994"/>
                <a:ext cx="1050079" cy="430536"/>
              </a:xfrm>
              <a:prstGeom prst="roundRect">
                <a:avLst/>
              </a:prstGeom>
              <a:noFill/>
              <a:ln w="50800">
                <a:gradFill flip="none" rotWithShape="1">
                  <a:gsLst>
                    <a:gs pos="0">
                      <a:schemeClr val="accent2">
                        <a:lumMod val="20000"/>
                        <a:lumOff val="80000"/>
                      </a:schemeClr>
                    </a:gs>
                    <a:gs pos="46000">
                      <a:schemeClr val="accent2">
                        <a:lumMod val="60000"/>
                        <a:lumOff val="40000"/>
                      </a:schemeClr>
                    </a:gs>
                    <a:gs pos="100000">
                      <a:schemeClr val="accent2">
                        <a:lumMod val="5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6" name="Rounded Rectangle 5">
                <a:extLst>
                  <a:ext uri="{FF2B5EF4-FFF2-40B4-BE49-F238E27FC236}">
                    <a16:creationId xmlns:a16="http://schemas.microsoft.com/office/drawing/2014/main" id="{516F9E16-4C7C-F3B3-ED39-E413A9E586A3}"/>
                  </a:ext>
                </a:extLst>
              </p:cNvPr>
              <p:cNvSpPr/>
              <p:nvPr/>
            </p:nvSpPr>
            <p:spPr>
              <a:xfrm>
                <a:off x="7054843" y="2788871"/>
                <a:ext cx="1050079" cy="430536"/>
              </a:xfrm>
              <a:prstGeom prst="roundRect">
                <a:avLst/>
              </a:prstGeom>
              <a:noFill/>
              <a:ln w="50800">
                <a:gradFill flip="none" rotWithShape="1">
                  <a:gsLst>
                    <a:gs pos="0">
                      <a:schemeClr val="accent2">
                        <a:lumMod val="20000"/>
                        <a:lumOff val="80000"/>
                      </a:schemeClr>
                    </a:gs>
                    <a:gs pos="46000">
                      <a:schemeClr val="accent2">
                        <a:lumMod val="60000"/>
                        <a:lumOff val="40000"/>
                      </a:schemeClr>
                    </a:gs>
                    <a:gs pos="100000">
                      <a:schemeClr val="accent2">
                        <a:lumMod val="5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sp>
            <p:nvSpPr>
              <p:cNvPr id="69" name="TextBox 68">
                <a:extLst>
                  <a:ext uri="{FF2B5EF4-FFF2-40B4-BE49-F238E27FC236}">
                    <a16:creationId xmlns:a16="http://schemas.microsoft.com/office/drawing/2014/main" id="{286D060F-E10D-3854-B54D-7BBADF26E8F8}"/>
                  </a:ext>
                </a:extLst>
              </p:cNvPr>
              <p:cNvSpPr txBox="1"/>
              <p:nvPr/>
            </p:nvSpPr>
            <p:spPr>
              <a:xfrm>
                <a:off x="211067" y="3012452"/>
                <a:ext cx="2741663" cy="613309"/>
              </a:xfrm>
              <a:prstGeom prst="rect">
                <a:avLst/>
              </a:prstGeom>
              <a:noFill/>
            </p:spPr>
            <p:txBody>
              <a:bodyPr wrap="square" rtlCol="0">
                <a:spAutoFit/>
              </a:bodyPr>
              <a:lstStyle/>
              <a:p>
                <a:pPr>
                  <a:lnSpc>
                    <a:spcPct val="110000"/>
                  </a:lnSpc>
                  <a:spcBef>
                    <a:spcPts val="900"/>
                  </a:spcBef>
                </a:pPr>
                <a:r>
                  <a:rPr lang="en-US" sz="1600" b="1">
                    <a:solidFill>
                      <a:schemeClr val="accent2"/>
                    </a:solidFill>
                  </a:rPr>
                  <a:t>Execute</a:t>
                </a:r>
                <a:r>
                  <a:rPr lang="en-US" sz="1600">
                    <a:solidFill>
                      <a:schemeClr val="accent2"/>
                    </a:solidFill>
                  </a:rPr>
                  <a:t>, </a:t>
                </a:r>
                <a:r>
                  <a:rPr lang="en-US" sz="1600" b="1">
                    <a:solidFill>
                      <a:schemeClr val="accent2"/>
                    </a:solidFill>
                  </a:rPr>
                  <a:t>Verify</a:t>
                </a:r>
                <a:r>
                  <a:rPr lang="en-US" sz="1600">
                    <a:solidFill>
                      <a:schemeClr val="accent2"/>
                    </a:solidFill>
                  </a:rPr>
                  <a:t> &amp; </a:t>
                </a:r>
                <a:r>
                  <a:rPr lang="en-US" sz="1600" b="1">
                    <a:solidFill>
                      <a:schemeClr val="accent2"/>
                    </a:solidFill>
                  </a:rPr>
                  <a:t>Backtrack</a:t>
                </a:r>
                <a:r>
                  <a:rPr lang="en-US" sz="1600">
                    <a:solidFill>
                      <a:schemeClr val="accent2"/>
                    </a:solidFill>
                  </a:rPr>
                  <a:t>, </a:t>
                </a:r>
                <a:br>
                  <a:rPr lang="en-US" sz="1600">
                    <a:solidFill>
                      <a:schemeClr val="accent2"/>
                    </a:solidFill>
                  </a:rPr>
                </a:br>
                <a:r>
                  <a:rPr lang="en-US" sz="1600">
                    <a:solidFill>
                      <a:schemeClr val="accent2"/>
                    </a:solidFill>
                  </a:rPr>
                  <a:t>with </a:t>
                </a:r>
                <a:r>
                  <a:rPr lang="en-US" sz="1600" b="1">
                    <a:solidFill>
                      <a:schemeClr val="accent2"/>
                    </a:solidFill>
                  </a:rPr>
                  <a:t>Human-in-the-loop</a:t>
                </a:r>
              </a:p>
            </p:txBody>
          </p:sp>
        </p:grpSp>
      </p:grpSp>
      <p:grpSp>
        <p:nvGrpSpPr>
          <p:cNvPr id="40" name="Group 39">
            <a:extLst>
              <a:ext uri="{FF2B5EF4-FFF2-40B4-BE49-F238E27FC236}">
                <a16:creationId xmlns:a16="http://schemas.microsoft.com/office/drawing/2014/main" id="{8BE15B6F-4218-949B-2E37-05D1657F052C}"/>
              </a:ext>
            </a:extLst>
          </p:cNvPr>
          <p:cNvGrpSpPr/>
          <p:nvPr/>
        </p:nvGrpSpPr>
        <p:grpSpPr>
          <a:xfrm>
            <a:off x="6685187" y="761303"/>
            <a:ext cx="5341911" cy="2787045"/>
            <a:chOff x="6768027" y="676563"/>
            <a:chExt cx="5700151" cy="2919374"/>
          </a:xfrm>
        </p:grpSpPr>
        <p:cxnSp>
          <p:nvCxnSpPr>
            <p:cNvPr id="34" name="Curved Connector 33">
              <a:extLst>
                <a:ext uri="{FF2B5EF4-FFF2-40B4-BE49-F238E27FC236}">
                  <a16:creationId xmlns:a16="http://schemas.microsoft.com/office/drawing/2014/main" id="{53ED6E24-08BB-806D-726F-C9C3A895E777}"/>
                </a:ext>
              </a:extLst>
            </p:cNvPr>
            <p:cNvCxnSpPr>
              <a:cxnSpLocks/>
            </p:cNvCxnSpPr>
            <p:nvPr/>
          </p:nvCxnSpPr>
          <p:spPr>
            <a:xfrm rot="5400000" flipH="1" flipV="1">
              <a:off x="7392998" y="1207499"/>
              <a:ext cx="647905" cy="1897848"/>
            </a:xfrm>
            <a:prstGeom prst="curvedConnector2">
              <a:avLst/>
            </a:prstGeom>
            <a:ln>
              <a:solidFill>
                <a:srgbClr val="7154FA"/>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screenshot of a white and black text&#10;&#10;Description automatically generated">
              <a:extLst>
                <a:ext uri="{FF2B5EF4-FFF2-40B4-BE49-F238E27FC236}">
                  <a16:creationId xmlns:a16="http://schemas.microsoft.com/office/drawing/2014/main" id="{7C5F6691-36E4-85F7-440A-D947DC38F8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8557" y="676563"/>
              <a:ext cx="3789621" cy="2919374"/>
            </a:xfrm>
            <a:prstGeom prst="rect">
              <a:avLst/>
            </a:prstGeom>
          </p:spPr>
        </p:pic>
      </p:grpSp>
      <p:cxnSp>
        <p:nvCxnSpPr>
          <p:cNvPr id="49" name="Curved Connector 48">
            <a:extLst>
              <a:ext uri="{FF2B5EF4-FFF2-40B4-BE49-F238E27FC236}">
                <a16:creationId xmlns:a16="http://schemas.microsoft.com/office/drawing/2014/main" id="{C84AB926-7DEE-0397-9E08-C5C98B604255}"/>
              </a:ext>
            </a:extLst>
          </p:cNvPr>
          <p:cNvCxnSpPr>
            <a:cxnSpLocks/>
            <a:stCxn id="30" idx="2"/>
            <a:endCxn id="20" idx="0"/>
          </p:cNvCxnSpPr>
          <p:nvPr/>
        </p:nvCxnSpPr>
        <p:spPr>
          <a:xfrm rot="5400000">
            <a:off x="4577914" y="4145360"/>
            <a:ext cx="2368282" cy="1227610"/>
          </a:xfrm>
          <a:prstGeom prst="curvedConnector3">
            <a:avLst>
              <a:gd name="adj1" fmla="val 82397"/>
            </a:avLst>
          </a:prstGeom>
          <a:ln w="285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7" name="Rounded Rectangle 6">
            <a:extLst>
              <a:ext uri="{FF2B5EF4-FFF2-40B4-BE49-F238E27FC236}">
                <a16:creationId xmlns:a16="http://schemas.microsoft.com/office/drawing/2014/main" id="{832698D0-BCD7-A179-ABB0-8DF729865AA3}"/>
              </a:ext>
            </a:extLst>
          </p:cNvPr>
          <p:cNvSpPr/>
          <p:nvPr/>
        </p:nvSpPr>
        <p:spPr>
          <a:xfrm>
            <a:off x="4496126" y="5939745"/>
            <a:ext cx="1333552" cy="830290"/>
          </a:xfrm>
          <a:prstGeom prst="roundRect">
            <a:avLst/>
          </a:prstGeom>
          <a:noFill/>
          <a:ln w="41275">
            <a:gradFill flip="none" rotWithShape="1">
              <a:gsLst>
                <a:gs pos="0">
                  <a:schemeClr val="accent2">
                    <a:lumMod val="20000"/>
                    <a:lumOff val="80000"/>
                  </a:schemeClr>
                </a:gs>
                <a:gs pos="46000">
                  <a:schemeClr val="accent2">
                    <a:lumMod val="60000"/>
                    <a:lumOff val="40000"/>
                  </a:schemeClr>
                </a:gs>
                <a:gs pos="100000">
                  <a:schemeClr val="accent2">
                    <a:lumMod val="5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cxnSp>
        <p:nvCxnSpPr>
          <p:cNvPr id="62" name="Curved Connector 61">
            <a:extLst>
              <a:ext uri="{FF2B5EF4-FFF2-40B4-BE49-F238E27FC236}">
                <a16:creationId xmlns:a16="http://schemas.microsoft.com/office/drawing/2014/main" id="{4D1DE734-664E-D548-1247-D01007F3FC9D}"/>
              </a:ext>
            </a:extLst>
          </p:cNvPr>
          <p:cNvCxnSpPr>
            <a:cxnSpLocks/>
            <a:stCxn id="30" idx="2"/>
            <a:endCxn id="11" idx="0"/>
          </p:cNvCxnSpPr>
          <p:nvPr/>
        </p:nvCxnSpPr>
        <p:spPr>
          <a:xfrm rot="16200000" flipH="1">
            <a:off x="7168965" y="2781919"/>
            <a:ext cx="1249522" cy="2835732"/>
          </a:xfrm>
          <a:prstGeom prst="curvedConnector3">
            <a:avLst>
              <a:gd name="adj1" fmla="val 50000"/>
            </a:avLst>
          </a:prstGeom>
          <a:ln w="285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8" name="Rounded Rectangle 7">
            <a:extLst>
              <a:ext uri="{FF2B5EF4-FFF2-40B4-BE49-F238E27FC236}">
                <a16:creationId xmlns:a16="http://schemas.microsoft.com/office/drawing/2014/main" id="{7766E88A-D1CE-85B6-68A7-D1919F382AF9}"/>
              </a:ext>
            </a:extLst>
          </p:cNvPr>
          <p:cNvSpPr/>
          <p:nvPr/>
        </p:nvSpPr>
        <p:spPr>
          <a:xfrm>
            <a:off x="8559468" y="4813404"/>
            <a:ext cx="1342506" cy="852573"/>
          </a:xfrm>
          <a:prstGeom prst="roundRect">
            <a:avLst/>
          </a:prstGeom>
          <a:noFill/>
          <a:ln w="41275">
            <a:gradFill flip="none" rotWithShape="1">
              <a:gsLst>
                <a:gs pos="0">
                  <a:schemeClr val="accent2">
                    <a:lumMod val="20000"/>
                    <a:lumOff val="80000"/>
                  </a:schemeClr>
                </a:gs>
                <a:gs pos="46000">
                  <a:schemeClr val="accent2">
                    <a:lumMod val="60000"/>
                    <a:lumOff val="40000"/>
                  </a:schemeClr>
                </a:gs>
                <a:gs pos="100000">
                  <a:schemeClr val="accent2">
                    <a:lumMod val="5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cxnSp>
        <p:nvCxnSpPr>
          <p:cNvPr id="37" name="Curved Connector 36">
            <a:extLst>
              <a:ext uri="{FF2B5EF4-FFF2-40B4-BE49-F238E27FC236}">
                <a16:creationId xmlns:a16="http://schemas.microsoft.com/office/drawing/2014/main" id="{2226ABD3-A9FD-5826-9D7B-7C74E7963678}"/>
              </a:ext>
            </a:extLst>
          </p:cNvPr>
          <p:cNvCxnSpPr>
            <a:cxnSpLocks/>
            <a:stCxn id="30" idx="2"/>
            <a:endCxn id="36" idx="0"/>
          </p:cNvCxnSpPr>
          <p:nvPr/>
        </p:nvCxnSpPr>
        <p:spPr>
          <a:xfrm rot="5400000">
            <a:off x="4442454" y="2845274"/>
            <a:ext cx="1203657" cy="2663157"/>
          </a:xfrm>
          <a:prstGeom prst="curvedConnector3">
            <a:avLst>
              <a:gd name="adj1" fmla="val 50000"/>
            </a:avLst>
          </a:prstGeom>
          <a:ln w="285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9" name="Rounded Rectangle 8">
            <a:extLst>
              <a:ext uri="{FF2B5EF4-FFF2-40B4-BE49-F238E27FC236}">
                <a16:creationId xmlns:a16="http://schemas.microsoft.com/office/drawing/2014/main" id="{D0C2BCF3-A6FD-C6CB-E619-A6F5C6B11011}"/>
              </a:ext>
            </a:extLst>
          </p:cNvPr>
          <p:cNvSpPr/>
          <p:nvPr/>
        </p:nvSpPr>
        <p:spPr>
          <a:xfrm>
            <a:off x="3057455" y="4759165"/>
            <a:ext cx="1342506" cy="852573"/>
          </a:xfrm>
          <a:prstGeom prst="roundRect">
            <a:avLst/>
          </a:prstGeom>
          <a:noFill/>
          <a:ln w="41275">
            <a:gradFill flip="none" rotWithShape="1">
              <a:gsLst>
                <a:gs pos="0">
                  <a:schemeClr val="accent2">
                    <a:lumMod val="20000"/>
                    <a:lumOff val="80000"/>
                  </a:schemeClr>
                </a:gs>
                <a:gs pos="46000">
                  <a:schemeClr val="accent2">
                    <a:lumMod val="60000"/>
                    <a:lumOff val="40000"/>
                  </a:schemeClr>
                </a:gs>
                <a:gs pos="100000">
                  <a:schemeClr val="accent2">
                    <a:lumMod val="50000"/>
                  </a:schemeClr>
                </a:gs>
              </a:gsLst>
              <a:path path="circle">
                <a:fillToRect l="50000" t="130000" r="50000" b="-3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solidFill>
                <a:schemeClr val="tx1"/>
              </a:solidFill>
            </a:endParaRPr>
          </a:p>
        </p:txBody>
      </p:sp>
      <p:grpSp>
        <p:nvGrpSpPr>
          <p:cNvPr id="42" name="Group 41">
            <a:extLst>
              <a:ext uri="{FF2B5EF4-FFF2-40B4-BE49-F238E27FC236}">
                <a16:creationId xmlns:a16="http://schemas.microsoft.com/office/drawing/2014/main" id="{2A605427-9381-C975-DE4F-33C51375C156}"/>
              </a:ext>
            </a:extLst>
          </p:cNvPr>
          <p:cNvGrpSpPr/>
          <p:nvPr/>
        </p:nvGrpSpPr>
        <p:grpSpPr>
          <a:xfrm>
            <a:off x="338148" y="3890716"/>
            <a:ext cx="1971018" cy="1739232"/>
            <a:chOff x="338148" y="3890716"/>
            <a:chExt cx="1971018" cy="1739232"/>
          </a:xfrm>
        </p:grpSpPr>
        <p:sp>
          <p:nvSpPr>
            <p:cNvPr id="12" name="TextBox 11">
              <a:extLst>
                <a:ext uri="{FF2B5EF4-FFF2-40B4-BE49-F238E27FC236}">
                  <a16:creationId xmlns:a16="http://schemas.microsoft.com/office/drawing/2014/main" id="{4E75A92C-B74D-F594-2AD3-780218889D70}"/>
                </a:ext>
              </a:extLst>
            </p:cNvPr>
            <p:cNvSpPr txBox="1"/>
            <p:nvPr/>
          </p:nvSpPr>
          <p:spPr>
            <a:xfrm>
              <a:off x="338148" y="5016639"/>
              <a:ext cx="1971018" cy="613309"/>
            </a:xfrm>
            <a:prstGeom prst="rect">
              <a:avLst/>
            </a:prstGeom>
            <a:noFill/>
          </p:spPr>
          <p:txBody>
            <a:bodyPr wrap="square" rtlCol="0">
              <a:spAutoFit/>
            </a:bodyPr>
            <a:lstStyle/>
            <a:p>
              <a:pPr algn="ctr">
                <a:lnSpc>
                  <a:spcPct val="110000"/>
                </a:lnSpc>
                <a:spcBef>
                  <a:spcPts val="900"/>
                </a:spcBef>
              </a:pPr>
              <a:r>
                <a:rPr lang="en-US" sz="1600" b="1">
                  <a:solidFill>
                    <a:schemeClr val="accent2"/>
                  </a:solidFill>
                </a:rPr>
                <a:t>Agents </a:t>
              </a:r>
              <a:r>
                <a:rPr lang="en-US" sz="1600">
                  <a:solidFill>
                    <a:schemeClr val="accent2"/>
                  </a:solidFill>
                </a:rPr>
                <a:t>perform each step</a:t>
              </a:r>
            </a:p>
          </p:txBody>
        </p:sp>
        <p:cxnSp>
          <p:nvCxnSpPr>
            <p:cNvPr id="16" name="Straight Arrow Connector 15">
              <a:extLst>
                <a:ext uri="{FF2B5EF4-FFF2-40B4-BE49-F238E27FC236}">
                  <a16:creationId xmlns:a16="http://schemas.microsoft.com/office/drawing/2014/main" id="{E31274B5-DC5F-6563-2B3A-840DDD2C5B45}"/>
                </a:ext>
              </a:extLst>
            </p:cNvPr>
            <p:cNvCxnSpPr>
              <a:cxnSpLocks/>
            </p:cNvCxnSpPr>
            <p:nvPr/>
          </p:nvCxnSpPr>
          <p:spPr>
            <a:xfrm>
              <a:off x="1358540" y="3890716"/>
              <a:ext cx="0" cy="7148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pic>
        <p:nvPicPr>
          <p:cNvPr id="43" name="Picture 42">
            <a:extLst>
              <a:ext uri="{FF2B5EF4-FFF2-40B4-BE49-F238E27FC236}">
                <a16:creationId xmlns:a16="http://schemas.microsoft.com/office/drawing/2014/main" id="{133881B0-E56A-97B8-B848-6F8E5A12A7B8}"/>
              </a:ext>
            </a:extLst>
          </p:cNvPr>
          <p:cNvPicPr>
            <a:picLocks noChangeAspect="1"/>
          </p:cNvPicPr>
          <p:nvPr/>
        </p:nvPicPr>
        <p:blipFill>
          <a:blip r:embed="rId4"/>
          <a:stretch>
            <a:fillRect/>
          </a:stretch>
        </p:blipFill>
        <p:spPr>
          <a:xfrm>
            <a:off x="4250815" y="1307045"/>
            <a:ext cx="1449516" cy="405144"/>
          </a:xfrm>
          <a:prstGeom prst="rect">
            <a:avLst/>
          </a:prstGeom>
        </p:spPr>
      </p:pic>
      <p:cxnSp>
        <p:nvCxnSpPr>
          <p:cNvPr id="41" name="Curved Connector 40">
            <a:extLst>
              <a:ext uri="{FF2B5EF4-FFF2-40B4-BE49-F238E27FC236}">
                <a16:creationId xmlns:a16="http://schemas.microsoft.com/office/drawing/2014/main" id="{17B4A198-210C-D138-DC3E-A1760CD36536}"/>
              </a:ext>
            </a:extLst>
          </p:cNvPr>
          <p:cNvCxnSpPr>
            <a:cxnSpLocks/>
          </p:cNvCxnSpPr>
          <p:nvPr/>
        </p:nvCxnSpPr>
        <p:spPr>
          <a:xfrm rot="5400000">
            <a:off x="4334604" y="2843493"/>
            <a:ext cx="1203657" cy="2663157"/>
          </a:xfrm>
          <a:prstGeom prst="curvedConnector3">
            <a:avLst>
              <a:gd name="adj1" fmla="val 50000"/>
            </a:avLst>
          </a:prstGeom>
          <a:ln w="28575">
            <a:solidFill>
              <a:schemeClr val="accent2"/>
            </a:solidFill>
            <a:headEnd type="triangle"/>
            <a:tailEnd type="none"/>
          </a:ln>
        </p:spPr>
        <p:style>
          <a:lnRef idx="1">
            <a:schemeClr val="accent2"/>
          </a:lnRef>
          <a:fillRef idx="0">
            <a:schemeClr val="accent2"/>
          </a:fillRef>
          <a:effectRef idx="0">
            <a:schemeClr val="accent2"/>
          </a:effectRef>
          <a:fontRef idx="minor">
            <a:schemeClr val="tx1"/>
          </a:fontRef>
        </p:style>
      </p:cxnSp>
      <p:cxnSp>
        <p:nvCxnSpPr>
          <p:cNvPr id="44" name="Curved Connector 43">
            <a:extLst>
              <a:ext uri="{FF2B5EF4-FFF2-40B4-BE49-F238E27FC236}">
                <a16:creationId xmlns:a16="http://schemas.microsoft.com/office/drawing/2014/main" id="{19FE1259-769B-A85D-5457-D61640507A39}"/>
              </a:ext>
            </a:extLst>
          </p:cNvPr>
          <p:cNvCxnSpPr>
            <a:cxnSpLocks/>
          </p:cNvCxnSpPr>
          <p:nvPr/>
        </p:nvCxnSpPr>
        <p:spPr>
          <a:xfrm rot="5400000">
            <a:off x="4480427" y="4171358"/>
            <a:ext cx="2368282" cy="1227610"/>
          </a:xfrm>
          <a:prstGeom prst="curvedConnector3">
            <a:avLst>
              <a:gd name="adj1" fmla="val 82397"/>
            </a:avLst>
          </a:prstGeom>
          <a:ln w="28575">
            <a:solidFill>
              <a:schemeClr val="accent2"/>
            </a:solidFill>
            <a:headEnd type="triangle"/>
            <a:tailEnd type="none"/>
          </a:ln>
        </p:spPr>
        <p:style>
          <a:lnRef idx="1">
            <a:schemeClr val="accent2"/>
          </a:lnRef>
          <a:fillRef idx="0">
            <a:schemeClr val="accent2"/>
          </a:fillRef>
          <a:effectRef idx="0">
            <a:schemeClr val="accent2"/>
          </a:effectRef>
          <a:fontRef idx="minor">
            <a:schemeClr val="tx1"/>
          </a:fontRef>
        </p:style>
      </p:cxnSp>
      <p:cxnSp>
        <p:nvCxnSpPr>
          <p:cNvPr id="45" name="Curved Connector 44">
            <a:extLst>
              <a:ext uri="{FF2B5EF4-FFF2-40B4-BE49-F238E27FC236}">
                <a16:creationId xmlns:a16="http://schemas.microsoft.com/office/drawing/2014/main" id="{9688C7CD-9155-33A9-59B6-B6CCF6BD4BFE}"/>
              </a:ext>
            </a:extLst>
          </p:cNvPr>
          <p:cNvCxnSpPr>
            <a:cxnSpLocks/>
          </p:cNvCxnSpPr>
          <p:nvPr/>
        </p:nvCxnSpPr>
        <p:spPr>
          <a:xfrm rot="16200000" flipH="1">
            <a:off x="7260117" y="2787158"/>
            <a:ext cx="1249522" cy="2835732"/>
          </a:xfrm>
          <a:prstGeom prst="curvedConnector3">
            <a:avLst>
              <a:gd name="adj1" fmla="val 50000"/>
            </a:avLst>
          </a:prstGeom>
          <a:ln w="28575">
            <a:solidFill>
              <a:schemeClr val="accent2"/>
            </a:solidFill>
            <a:headEnd type="triangle"/>
            <a:tailEnd type="non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6985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up)">
                                      <p:cBhvr>
                                        <p:cTn id="12" dur="500"/>
                                        <p:tgtEl>
                                          <p:spTgt spid="42"/>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4" fill="hold" nodeType="afterEffect">
                                  <p:stCondLst>
                                    <p:cond delay="1000"/>
                                  </p:stCondLst>
                                  <p:childTnLst>
                                    <p:set>
                                      <p:cBhvr>
                                        <p:cTn id="22" dur="1" fill="hold">
                                          <p:stCondLst>
                                            <p:cond delay="0"/>
                                          </p:stCondLst>
                                        </p:cTn>
                                        <p:tgtEl>
                                          <p:spTgt spid="41"/>
                                        </p:tgtEl>
                                        <p:attrNameLst>
                                          <p:attrName>style.visibility</p:attrName>
                                        </p:attrNameLst>
                                      </p:cBhvr>
                                      <p:to>
                                        <p:strVal val="visible"/>
                                      </p:to>
                                    </p:set>
                                    <p:animEffect transition="in" filter="wipe(down)">
                                      <p:cBhvr>
                                        <p:cTn id="23" dur="500"/>
                                        <p:tgtEl>
                                          <p:spTgt spid="41"/>
                                        </p:tgtEl>
                                      </p:cBhvr>
                                    </p:animEffect>
                                  </p:childTnLst>
                                </p:cTn>
                              </p:par>
                              <p:par>
                                <p:cTn id="24" presetID="1" presetClass="exit" presetSubtype="0" fill="hold" nodeType="withEffect">
                                  <p:stCondLst>
                                    <p:cond delay="1000"/>
                                  </p:stCondLst>
                                  <p:childTnLst>
                                    <p:set>
                                      <p:cBhvr>
                                        <p:cTn id="25" dur="1" fill="hold">
                                          <p:stCondLst>
                                            <p:cond delay="0"/>
                                          </p:stCondLst>
                                        </p:cTn>
                                        <p:tgtEl>
                                          <p:spTgt spid="37"/>
                                        </p:tgtEl>
                                        <p:attrNameLst>
                                          <p:attrName>style.visibility</p:attrName>
                                        </p:attrNameLst>
                                      </p:cBhvr>
                                      <p:to>
                                        <p:strVal val="hidden"/>
                                      </p:to>
                                    </p:set>
                                  </p:childTnLst>
                                </p:cTn>
                              </p:par>
                            </p:childTnLst>
                          </p:cTn>
                        </p:par>
                        <p:par>
                          <p:cTn id="26" fill="hold">
                            <p:stCondLst>
                              <p:cond delay="2500"/>
                            </p:stCondLst>
                            <p:childTnLst>
                              <p:par>
                                <p:cTn id="27" presetID="22" presetClass="entr" presetSubtype="1" fill="hold"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wipe(up)">
                                      <p:cBhvr>
                                        <p:cTn id="29" dur="500"/>
                                        <p:tgtEl>
                                          <p:spTgt spid="49"/>
                                        </p:tgtEl>
                                      </p:cBhvr>
                                    </p:animEffect>
                                  </p:childTnLst>
                                </p:cTn>
                              </p:par>
                            </p:childTnLst>
                          </p:cTn>
                        </p:par>
                        <p:par>
                          <p:cTn id="30" fill="hold">
                            <p:stCondLst>
                              <p:cond delay="3000"/>
                            </p:stCondLst>
                            <p:childTnLst>
                              <p:par>
                                <p:cTn id="31" presetID="1"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par>
                          <p:cTn id="33" fill="hold">
                            <p:stCondLst>
                              <p:cond delay="3000"/>
                            </p:stCondLst>
                            <p:childTnLst>
                              <p:par>
                                <p:cTn id="34" presetID="22" presetClass="entr" presetSubtype="4" fill="hold" nodeType="afterEffect">
                                  <p:stCondLst>
                                    <p:cond delay="100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par>
                                <p:cTn id="37" presetID="1" presetClass="exit" presetSubtype="0" fill="hold" nodeType="withEffect">
                                  <p:stCondLst>
                                    <p:cond delay="1000"/>
                                  </p:stCondLst>
                                  <p:childTnLst>
                                    <p:set>
                                      <p:cBhvr>
                                        <p:cTn id="38" dur="1" fill="hold">
                                          <p:stCondLst>
                                            <p:cond delay="0"/>
                                          </p:stCondLst>
                                        </p:cTn>
                                        <p:tgtEl>
                                          <p:spTgt spid="49"/>
                                        </p:tgtEl>
                                        <p:attrNameLst>
                                          <p:attrName>style.visibility</p:attrName>
                                        </p:attrNameLst>
                                      </p:cBhvr>
                                      <p:to>
                                        <p:strVal val="hidden"/>
                                      </p:to>
                                    </p:set>
                                  </p:childTnLst>
                                </p:cTn>
                              </p:par>
                            </p:childTnLst>
                          </p:cTn>
                        </p:par>
                        <p:par>
                          <p:cTn id="39" fill="hold">
                            <p:stCondLst>
                              <p:cond delay="4500"/>
                            </p:stCondLst>
                            <p:childTnLst>
                              <p:par>
                                <p:cTn id="40" presetID="22" presetClass="entr" presetSubtype="1" fill="hold" nodeType="after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wipe(up)">
                                      <p:cBhvr>
                                        <p:cTn id="42" dur="500"/>
                                        <p:tgtEl>
                                          <p:spTgt spid="62"/>
                                        </p:tgtEl>
                                      </p:cBhvr>
                                    </p:animEffect>
                                  </p:childTnLst>
                                </p:cTn>
                              </p:par>
                            </p:childTnLst>
                          </p:cTn>
                        </p:par>
                        <p:par>
                          <p:cTn id="43" fill="hold">
                            <p:stCondLst>
                              <p:cond delay="5000"/>
                            </p:stCondLst>
                            <p:childTnLst>
                              <p:par>
                                <p:cTn id="44" presetID="1" presetClass="entr" presetSubtype="0"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childTnLst>
                                </p:cTn>
                              </p:par>
                            </p:childTnLst>
                          </p:cTn>
                        </p:par>
                        <p:par>
                          <p:cTn id="46" fill="hold">
                            <p:stCondLst>
                              <p:cond delay="5000"/>
                            </p:stCondLst>
                            <p:childTnLst>
                              <p:par>
                                <p:cTn id="47" presetID="22" presetClass="entr" presetSubtype="4" fill="hold" nodeType="afterEffect">
                                  <p:stCondLst>
                                    <p:cond delay="1000"/>
                                  </p:stCondLst>
                                  <p:childTnLst>
                                    <p:set>
                                      <p:cBhvr>
                                        <p:cTn id="48" dur="1" fill="hold">
                                          <p:stCondLst>
                                            <p:cond delay="0"/>
                                          </p:stCondLst>
                                        </p:cTn>
                                        <p:tgtEl>
                                          <p:spTgt spid="45"/>
                                        </p:tgtEl>
                                        <p:attrNameLst>
                                          <p:attrName>style.visibility</p:attrName>
                                        </p:attrNameLst>
                                      </p:cBhvr>
                                      <p:to>
                                        <p:strVal val="visible"/>
                                      </p:to>
                                    </p:set>
                                    <p:animEffect transition="in" filter="wipe(down)">
                                      <p:cBhvr>
                                        <p:cTn id="49" dur="500"/>
                                        <p:tgtEl>
                                          <p:spTgt spid="45"/>
                                        </p:tgtEl>
                                      </p:cBhvr>
                                    </p:animEffect>
                                  </p:childTnLst>
                                </p:cTn>
                              </p:par>
                              <p:par>
                                <p:cTn id="50" presetID="1" presetClass="exit" presetSubtype="0" fill="hold" nodeType="withEffect">
                                  <p:stCondLst>
                                    <p:cond delay="1000"/>
                                  </p:stCondLst>
                                  <p:childTnLst>
                                    <p:set>
                                      <p:cBhvr>
                                        <p:cTn id="51" dur="1" fill="hold">
                                          <p:stCondLst>
                                            <p:cond delay="0"/>
                                          </p:stCondLst>
                                        </p:cTn>
                                        <p:tgtEl>
                                          <p:spTgt spid="62"/>
                                        </p:tgtEl>
                                        <p:attrNameLst>
                                          <p:attrName>style.visibility</p:attrName>
                                        </p:attrNameLst>
                                      </p:cBhvr>
                                      <p:to>
                                        <p:strVal val="hidden"/>
                                      </p:to>
                                    </p:set>
                                  </p:childTnLst>
                                </p:cTn>
                              </p:par>
                            </p:childTnLst>
                          </p:cTn>
                        </p:par>
                        <p:par>
                          <p:cTn id="52" fill="hold">
                            <p:stCondLst>
                              <p:cond delay="6500"/>
                            </p:stCondLst>
                            <p:childTnLst>
                              <p:par>
                                <p:cTn id="53" presetID="22" presetClass="entr" presetSubtype="8"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left)">
                                      <p:cBhvr>
                                        <p:cTn id="5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55E3-A1B8-FB68-FAE0-66CD661D253E}"/>
              </a:ext>
            </a:extLst>
          </p:cNvPr>
          <p:cNvSpPr>
            <a:spLocks noGrp="1"/>
          </p:cNvSpPr>
          <p:nvPr>
            <p:ph type="title"/>
          </p:nvPr>
        </p:nvSpPr>
        <p:spPr/>
        <p:txBody>
          <a:bodyPr/>
          <a:lstStyle/>
          <a:p>
            <a:r>
              <a:rPr lang="en-US"/>
              <a:t>Real World Journey Example</a:t>
            </a:r>
          </a:p>
        </p:txBody>
      </p:sp>
      <p:sp>
        <p:nvSpPr>
          <p:cNvPr id="6" name="Double Brace 5">
            <a:extLst>
              <a:ext uri="{FF2B5EF4-FFF2-40B4-BE49-F238E27FC236}">
                <a16:creationId xmlns:a16="http://schemas.microsoft.com/office/drawing/2014/main" id="{888B8FA9-EEF8-BB28-F393-D88504E98895}"/>
              </a:ext>
            </a:extLst>
          </p:cNvPr>
          <p:cNvSpPr/>
          <p:nvPr/>
        </p:nvSpPr>
        <p:spPr>
          <a:xfrm>
            <a:off x="2442633" y="1642533"/>
            <a:ext cx="7306734" cy="2921000"/>
          </a:xfrm>
          <a:prstGeom prst="bracePair">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i="1" dirty="0"/>
              <a:t>“I want to launch a new journey aimed at engaging recently signed up customers with an appealing credit card offer of no annual fee and do so across both mobile and email platforms. Start with the mobile channels (</a:t>
            </a:r>
            <a:r>
              <a:rPr lang="en-US" i="1" dirty="0" err="1"/>
              <a:t>sms</a:t>
            </a:r>
            <a:r>
              <a:rPr lang="en-US" i="1" dirty="0"/>
              <a:t> or push) and if the user does not engage within 7 days, then follow up with an email.”</a:t>
            </a:r>
          </a:p>
        </p:txBody>
      </p:sp>
    </p:spTree>
    <p:extLst>
      <p:ext uri="{BB962C8B-B14F-4D97-AF65-F5344CB8AC3E}">
        <p14:creationId xmlns:p14="http://schemas.microsoft.com/office/powerpoint/2010/main" val="1376057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57A0-0431-4AEC-AE1D-DAD765E2D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AEFB1-998B-C10F-D4C1-FEA12C45ADED}"/>
              </a:ext>
            </a:extLst>
          </p:cNvPr>
          <p:cNvSpPr>
            <a:spLocks noGrp="1"/>
          </p:cNvSpPr>
          <p:nvPr>
            <p:ph type="title"/>
          </p:nvPr>
        </p:nvSpPr>
        <p:spPr/>
        <p:txBody>
          <a:bodyPr/>
          <a:lstStyle/>
          <a:p>
            <a:r>
              <a:rPr lang="en-US"/>
              <a:t>Journey Example</a:t>
            </a:r>
          </a:p>
        </p:txBody>
      </p:sp>
      <p:pic>
        <p:nvPicPr>
          <p:cNvPr id="16" name="Picture 15">
            <a:extLst>
              <a:ext uri="{FF2B5EF4-FFF2-40B4-BE49-F238E27FC236}">
                <a16:creationId xmlns:a16="http://schemas.microsoft.com/office/drawing/2014/main" id="{B49B6B32-9D32-455A-3A9E-78374DEE2C2C}"/>
              </a:ext>
            </a:extLst>
          </p:cNvPr>
          <p:cNvPicPr>
            <a:picLocks noChangeAspect="1"/>
          </p:cNvPicPr>
          <p:nvPr/>
        </p:nvPicPr>
        <p:blipFill>
          <a:blip r:embed="rId3"/>
          <a:stretch>
            <a:fillRect/>
          </a:stretch>
        </p:blipFill>
        <p:spPr>
          <a:xfrm>
            <a:off x="465498" y="1044288"/>
            <a:ext cx="3178791" cy="1272618"/>
          </a:xfrm>
          <a:prstGeom prst="rect">
            <a:avLst/>
          </a:prstGeom>
        </p:spPr>
      </p:pic>
      <p:pic>
        <p:nvPicPr>
          <p:cNvPr id="17" name="Graphic 16" descr="team icon">
            <a:extLst>
              <a:ext uri="{FF2B5EF4-FFF2-40B4-BE49-F238E27FC236}">
                <a16:creationId xmlns:a16="http://schemas.microsoft.com/office/drawing/2014/main" id="{3BA4D252-9148-F473-9BAD-BB5CBB2F4D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33217" y="644158"/>
            <a:ext cx="441183" cy="441183"/>
          </a:xfrm>
          <a:prstGeom prst="rect">
            <a:avLst/>
          </a:prstGeom>
        </p:spPr>
      </p:pic>
      <p:sp>
        <p:nvSpPr>
          <p:cNvPr id="25" name="Rounded Rectangle 24">
            <a:extLst>
              <a:ext uri="{FF2B5EF4-FFF2-40B4-BE49-F238E27FC236}">
                <a16:creationId xmlns:a16="http://schemas.microsoft.com/office/drawing/2014/main" id="{8F1653CA-7C0F-F644-993E-65825CCE7E41}"/>
              </a:ext>
            </a:extLst>
          </p:cNvPr>
          <p:cNvSpPr/>
          <p:nvPr/>
        </p:nvSpPr>
        <p:spPr>
          <a:xfrm>
            <a:off x="4265968" y="5742840"/>
            <a:ext cx="1794169" cy="581466"/>
          </a:xfrm>
          <a:prstGeom prst="roundRect">
            <a:avLst/>
          </a:prstGeom>
          <a:ln w="19050"/>
        </p:spPr>
        <p:style>
          <a:lnRef idx="2">
            <a:schemeClr val="dk1"/>
          </a:lnRef>
          <a:fillRef idx="1">
            <a:schemeClr val="lt1"/>
          </a:fillRef>
          <a:effectRef idx="0">
            <a:schemeClr val="dk1"/>
          </a:effectRef>
          <a:fontRef idx="minor">
            <a:schemeClr val="dk1"/>
          </a:fontRef>
        </p:style>
        <p:txBody>
          <a:bodyPr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00000"/>
                </a:solidFill>
                <a:effectLst/>
                <a:uLnTx/>
                <a:uFillTx/>
                <a:latin typeface="Adobe Clean"/>
                <a:ea typeface="+mn-ea"/>
                <a:cs typeface="+mn-cs"/>
              </a:rPr>
              <a:t>Journey Agent</a:t>
            </a:r>
          </a:p>
        </p:txBody>
      </p:sp>
      <p:sp>
        <p:nvSpPr>
          <p:cNvPr id="49" name="Rounded Rectangle 48">
            <a:extLst>
              <a:ext uri="{FF2B5EF4-FFF2-40B4-BE49-F238E27FC236}">
                <a16:creationId xmlns:a16="http://schemas.microsoft.com/office/drawing/2014/main" id="{786DEB7E-37E5-3B14-811D-01FCB297DAD5}"/>
              </a:ext>
            </a:extLst>
          </p:cNvPr>
          <p:cNvSpPr/>
          <p:nvPr/>
        </p:nvSpPr>
        <p:spPr>
          <a:xfrm>
            <a:off x="1358228" y="5742840"/>
            <a:ext cx="1794169" cy="581466"/>
          </a:xfrm>
          <a:prstGeom prst="roundRect">
            <a:avLst/>
          </a:prstGeom>
          <a:ln w="19050"/>
        </p:spPr>
        <p:style>
          <a:lnRef idx="2">
            <a:schemeClr val="dk1"/>
          </a:lnRef>
          <a:fillRef idx="1">
            <a:schemeClr val="lt1"/>
          </a:fillRef>
          <a:effectRef idx="0">
            <a:schemeClr val="dk1"/>
          </a:effectRef>
          <a:fontRef idx="minor">
            <a:schemeClr val="dk1"/>
          </a:fontRef>
        </p:style>
        <p:txBody>
          <a:bodyPr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00000"/>
                </a:solidFill>
                <a:effectLst/>
                <a:uLnTx/>
                <a:uFillTx/>
                <a:latin typeface="Adobe Clean"/>
                <a:ea typeface="+mn-ea"/>
                <a:cs typeface="+mn-cs"/>
              </a:rPr>
              <a:t>Audience Agent                </a:t>
            </a:r>
          </a:p>
        </p:txBody>
      </p:sp>
      <p:sp>
        <p:nvSpPr>
          <p:cNvPr id="50" name="TextBox 49">
            <a:extLst>
              <a:ext uri="{FF2B5EF4-FFF2-40B4-BE49-F238E27FC236}">
                <a16:creationId xmlns:a16="http://schemas.microsoft.com/office/drawing/2014/main" id="{AFB54C2B-7EAA-B981-ED25-6A5A1ADB0235}"/>
              </a:ext>
            </a:extLst>
          </p:cNvPr>
          <p:cNvSpPr txBox="1"/>
          <p:nvPr/>
        </p:nvSpPr>
        <p:spPr>
          <a:xfrm>
            <a:off x="971188" y="4288192"/>
            <a:ext cx="2898648" cy="1092415"/>
          </a:xfrm>
          <a:prstGeom prst="rect">
            <a:avLst/>
          </a:prstGeom>
          <a:noFill/>
        </p:spPr>
        <p:txBody>
          <a:bodyPr wrap="square" rtlCol="0">
            <a:spAutoFit/>
          </a:bodyPr>
          <a:lstStyle/>
          <a:p>
            <a:pPr>
              <a:lnSpc>
                <a:spcPct val="110000"/>
              </a:lnSpc>
              <a:spcBef>
                <a:spcPts val="900"/>
              </a:spcBef>
            </a:pPr>
            <a:r>
              <a:rPr lang="en-US" sz="1200"/>
              <a:t>"Check to see if an existing audience can be found matching the description of profiles with an appealing deposit/credit card offer X pending in their account and have used product Y in the last 39 days."</a:t>
            </a:r>
          </a:p>
        </p:txBody>
      </p:sp>
      <p:sp>
        <p:nvSpPr>
          <p:cNvPr id="51" name="TextBox 50">
            <a:extLst>
              <a:ext uri="{FF2B5EF4-FFF2-40B4-BE49-F238E27FC236}">
                <a16:creationId xmlns:a16="http://schemas.microsoft.com/office/drawing/2014/main" id="{813B7792-9C1E-47CF-8141-A952814AE3DA}"/>
              </a:ext>
            </a:extLst>
          </p:cNvPr>
          <p:cNvSpPr txBox="1"/>
          <p:nvPr/>
        </p:nvSpPr>
        <p:spPr>
          <a:xfrm>
            <a:off x="4467562" y="1411077"/>
            <a:ext cx="2746089" cy="889282"/>
          </a:xfrm>
          <a:prstGeom prst="rect">
            <a:avLst/>
          </a:prstGeom>
          <a:noFill/>
        </p:spPr>
        <p:txBody>
          <a:bodyPr wrap="square" rtlCol="0">
            <a:spAutoFit/>
          </a:bodyPr>
          <a:lstStyle/>
          <a:p>
            <a:pPr>
              <a:lnSpc>
                <a:spcPct val="110000"/>
              </a:lnSpc>
              <a:spcBef>
                <a:spcPts val="900"/>
              </a:spcBef>
            </a:pPr>
            <a:r>
              <a:rPr lang="en-US" sz="1200"/>
              <a:t>"We found an audience that matches your description called Product X Holders. Would you like me to use that one? " Data: </a:t>
            </a:r>
            <a:r>
              <a:rPr lang="en-US" sz="1200" err="1"/>
              <a:t>audience_id</a:t>
            </a:r>
            <a:r>
              <a:rPr lang="en-US" sz="1200"/>
              <a:t>=WG12823G234</a:t>
            </a:r>
          </a:p>
        </p:txBody>
      </p:sp>
      <p:sp>
        <p:nvSpPr>
          <p:cNvPr id="52" name="TextBox 51">
            <a:extLst>
              <a:ext uri="{FF2B5EF4-FFF2-40B4-BE49-F238E27FC236}">
                <a16:creationId xmlns:a16="http://schemas.microsoft.com/office/drawing/2014/main" id="{4F43B0BE-1110-A52F-2592-0D48C0D05D4C}"/>
              </a:ext>
            </a:extLst>
          </p:cNvPr>
          <p:cNvSpPr txBox="1"/>
          <p:nvPr/>
        </p:nvSpPr>
        <p:spPr>
          <a:xfrm>
            <a:off x="4278646" y="4337634"/>
            <a:ext cx="2380488" cy="1092414"/>
          </a:xfrm>
          <a:prstGeom prst="rect">
            <a:avLst/>
          </a:prstGeom>
          <a:noFill/>
        </p:spPr>
        <p:txBody>
          <a:bodyPr wrap="square" rtlCol="0">
            <a:spAutoFit/>
          </a:bodyPr>
          <a:lstStyle/>
          <a:p>
            <a:pPr>
              <a:lnSpc>
                <a:spcPct val="110000"/>
              </a:lnSpc>
              <a:spcBef>
                <a:spcPts val="900"/>
              </a:spcBef>
            </a:pPr>
            <a:r>
              <a:rPr lang="en-US" sz="1200"/>
              <a:t>“Create an audience-based journey that targets audience ID WG12823G234 and targets Push. If the user does not engage within 7 days, follow up with an email.”</a:t>
            </a:r>
          </a:p>
        </p:txBody>
      </p:sp>
      <p:sp>
        <p:nvSpPr>
          <p:cNvPr id="53" name="TextBox 52">
            <a:extLst>
              <a:ext uri="{FF2B5EF4-FFF2-40B4-BE49-F238E27FC236}">
                <a16:creationId xmlns:a16="http://schemas.microsoft.com/office/drawing/2014/main" id="{9DE7F3A1-ECBC-97C7-6A2F-4C7138E9F56B}"/>
              </a:ext>
            </a:extLst>
          </p:cNvPr>
          <p:cNvSpPr txBox="1"/>
          <p:nvPr/>
        </p:nvSpPr>
        <p:spPr>
          <a:xfrm>
            <a:off x="7374400" y="692468"/>
            <a:ext cx="603050" cy="373757"/>
          </a:xfrm>
          <a:prstGeom prst="rect">
            <a:avLst/>
          </a:prstGeom>
          <a:noFill/>
        </p:spPr>
        <p:txBody>
          <a:bodyPr wrap="none" rtlCol="0">
            <a:spAutoFit/>
          </a:bodyPr>
          <a:lstStyle/>
          <a:p>
            <a:pPr algn="l">
              <a:lnSpc>
                <a:spcPct val="110000"/>
              </a:lnSpc>
              <a:spcBef>
                <a:spcPts val="900"/>
              </a:spcBef>
            </a:pPr>
            <a:r>
              <a:rPr lang="en-US"/>
              <a:t>User</a:t>
            </a:r>
          </a:p>
        </p:txBody>
      </p:sp>
      <p:sp>
        <p:nvSpPr>
          <p:cNvPr id="54" name="TextBox 53">
            <a:extLst>
              <a:ext uri="{FF2B5EF4-FFF2-40B4-BE49-F238E27FC236}">
                <a16:creationId xmlns:a16="http://schemas.microsoft.com/office/drawing/2014/main" id="{F344520B-119E-7794-F775-232B7967E8CF}"/>
              </a:ext>
            </a:extLst>
          </p:cNvPr>
          <p:cNvSpPr txBox="1"/>
          <p:nvPr/>
        </p:nvSpPr>
        <p:spPr>
          <a:xfrm>
            <a:off x="7977450" y="1411077"/>
            <a:ext cx="2060447" cy="889282"/>
          </a:xfrm>
          <a:prstGeom prst="rect">
            <a:avLst/>
          </a:prstGeom>
          <a:noFill/>
        </p:spPr>
        <p:txBody>
          <a:bodyPr wrap="square" rtlCol="0">
            <a:spAutoFit/>
          </a:bodyPr>
          <a:lstStyle/>
          <a:p>
            <a:pPr>
              <a:lnSpc>
                <a:spcPct val="110000"/>
              </a:lnSpc>
              <a:spcBef>
                <a:spcPts val="900"/>
              </a:spcBef>
            </a:pPr>
            <a:r>
              <a:rPr lang="en-US" sz="1200"/>
              <a:t>"We are able to create an audience-based journey using the following configuration. Shall I PROCEED?</a:t>
            </a:r>
          </a:p>
        </p:txBody>
      </p:sp>
      <p:cxnSp>
        <p:nvCxnSpPr>
          <p:cNvPr id="58" name="Straight Arrow Connector 57">
            <a:extLst>
              <a:ext uri="{FF2B5EF4-FFF2-40B4-BE49-F238E27FC236}">
                <a16:creationId xmlns:a16="http://schemas.microsoft.com/office/drawing/2014/main" id="{B10FC7F1-7CC7-FBFA-154C-24A861DEDA62}"/>
              </a:ext>
            </a:extLst>
          </p:cNvPr>
          <p:cNvCxnSpPr>
            <a:cxnSpLocks/>
            <a:endCxn id="49" idx="0"/>
          </p:cNvCxnSpPr>
          <p:nvPr/>
        </p:nvCxnSpPr>
        <p:spPr>
          <a:xfrm>
            <a:off x="2255313" y="3489063"/>
            <a:ext cx="0" cy="2249424"/>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963031ED-6EFB-B94D-281B-1294BFB554EF}"/>
              </a:ext>
            </a:extLst>
          </p:cNvPr>
          <p:cNvSpPr/>
          <p:nvPr/>
        </p:nvSpPr>
        <p:spPr>
          <a:xfrm>
            <a:off x="724300" y="4161896"/>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p>
        </p:txBody>
      </p:sp>
      <p:cxnSp>
        <p:nvCxnSpPr>
          <p:cNvPr id="60" name="Straight Arrow Connector 59">
            <a:extLst>
              <a:ext uri="{FF2B5EF4-FFF2-40B4-BE49-F238E27FC236}">
                <a16:creationId xmlns:a16="http://schemas.microsoft.com/office/drawing/2014/main" id="{F4D4AE43-C76C-67AE-654B-3D923BCBA5CE}"/>
              </a:ext>
            </a:extLst>
          </p:cNvPr>
          <p:cNvCxnSpPr>
            <a:cxnSpLocks/>
          </p:cNvCxnSpPr>
          <p:nvPr/>
        </p:nvCxnSpPr>
        <p:spPr>
          <a:xfrm flipV="1">
            <a:off x="5898452" y="1210474"/>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6BC121A9-976A-4664-5A87-8FD32CE6C5F2}"/>
              </a:ext>
            </a:extLst>
          </p:cNvPr>
          <p:cNvSpPr/>
          <p:nvPr/>
        </p:nvSpPr>
        <p:spPr>
          <a:xfrm>
            <a:off x="4267838" y="1325806"/>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p>
        </p:txBody>
      </p:sp>
      <p:cxnSp>
        <p:nvCxnSpPr>
          <p:cNvPr id="65" name="Straight Arrow Connector 64">
            <a:extLst>
              <a:ext uri="{FF2B5EF4-FFF2-40B4-BE49-F238E27FC236}">
                <a16:creationId xmlns:a16="http://schemas.microsoft.com/office/drawing/2014/main" id="{8BDE3B7A-CCDC-9319-CBCD-B1FDED972EFE}"/>
              </a:ext>
            </a:extLst>
          </p:cNvPr>
          <p:cNvCxnSpPr>
            <a:cxnSpLocks/>
          </p:cNvCxnSpPr>
          <p:nvPr/>
        </p:nvCxnSpPr>
        <p:spPr>
          <a:xfrm flipV="1">
            <a:off x="8873989" y="1210474"/>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F421AA86-FA1E-2ACD-9DA4-851F0CE9894E}"/>
              </a:ext>
            </a:extLst>
          </p:cNvPr>
          <p:cNvSpPr/>
          <p:nvPr/>
        </p:nvSpPr>
        <p:spPr>
          <a:xfrm>
            <a:off x="7762457" y="1305248"/>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5</a:t>
            </a:r>
          </a:p>
        </p:txBody>
      </p:sp>
      <p:cxnSp>
        <p:nvCxnSpPr>
          <p:cNvPr id="67" name="Straight Arrow Connector 66">
            <a:extLst>
              <a:ext uri="{FF2B5EF4-FFF2-40B4-BE49-F238E27FC236}">
                <a16:creationId xmlns:a16="http://schemas.microsoft.com/office/drawing/2014/main" id="{BD8506EE-B093-403E-2485-50552698A2E7}"/>
              </a:ext>
            </a:extLst>
          </p:cNvPr>
          <p:cNvCxnSpPr>
            <a:cxnSpLocks/>
          </p:cNvCxnSpPr>
          <p:nvPr/>
        </p:nvCxnSpPr>
        <p:spPr>
          <a:xfrm>
            <a:off x="5119065" y="3489063"/>
            <a:ext cx="0" cy="2249424"/>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61F7ACD3-5AE4-605E-D041-42FB556CD875}"/>
              </a:ext>
            </a:extLst>
          </p:cNvPr>
          <p:cNvSpPr/>
          <p:nvPr/>
        </p:nvSpPr>
        <p:spPr>
          <a:xfrm>
            <a:off x="4053477" y="4211338"/>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p>
        </p:txBody>
      </p:sp>
      <p:sp>
        <p:nvSpPr>
          <p:cNvPr id="20" name="Rounded Rectangle 19">
            <a:extLst>
              <a:ext uri="{FF2B5EF4-FFF2-40B4-BE49-F238E27FC236}">
                <a16:creationId xmlns:a16="http://schemas.microsoft.com/office/drawing/2014/main" id="{E816FC72-34F9-FA8B-B8BE-F730ACD101FE}"/>
              </a:ext>
            </a:extLst>
          </p:cNvPr>
          <p:cNvSpPr/>
          <p:nvPr/>
        </p:nvSpPr>
        <p:spPr>
          <a:xfrm>
            <a:off x="2054431" y="2871054"/>
            <a:ext cx="8882743" cy="618009"/>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Agent Orchestrator</a:t>
            </a:r>
          </a:p>
        </p:txBody>
      </p:sp>
      <p:sp>
        <p:nvSpPr>
          <p:cNvPr id="23" name="Rounded Rectangle 22">
            <a:extLst>
              <a:ext uri="{FF2B5EF4-FFF2-40B4-BE49-F238E27FC236}">
                <a16:creationId xmlns:a16="http://schemas.microsoft.com/office/drawing/2014/main" id="{C6044672-EE07-C448-D849-71FE1E5D6059}"/>
              </a:ext>
            </a:extLst>
          </p:cNvPr>
          <p:cNvSpPr/>
          <p:nvPr/>
        </p:nvSpPr>
        <p:spPr>
          <a:xfrm>
            <a:off x="6823883" y="5742840"/>
            <a:ext cx="1794169" cy="581466"/>
          </a:xfrm>
          <a:prstGeom prst="roundRect">
            <a:avLst/>
          </a:prstGeom>
          <a:ln w="19050"/>
        </p:spPr>
        <p:style>
          <a:lnRef idx="2">
            <a:schemeClr val="dk1"/>
          </a:lnRef>
          <a:fillRef idx="1">
            <a:schemeClr val="lt1"/>
          </a:fillRef>
          <a:effectRef idx="0">
            <a:schemeClr val="dk1"/>
          </a:effectRef>
          <a:fontRef idx="minor">
            <a:schemeClr val="dk1"/>
          </a:fontRef>
        </p:style>
        <p:txBody>
          <a:bodyPr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00000"/>
                </a:solidFill>
                <a:effectLst/>
                <a:uLnTx/>
                <a:uFillTx/>
                <a:latin typeface="Adobe Clean"/>
                <a:ea typeface="+mn-ea"/>
                <a:cs typeface="+mn-cs"/>
              </a:rPr>
              <a:t>Content Agent</a:t>
            </a:r>
          </a:p>
        </p:txBody>
      </p:sp>
      <p:sp>
        <p:nvSpPr>
          <p:cNvPr id="24" name="TextBox 23">
            <a:extLst>
              <a:ext uri="{FF2B5EF4-FFF2-40B4-BE49-F238E27FC236}">
                <a16:creationId xmlns:a16="http://schemas.microsoft.com/office/drawing/2014/main" id="{BE8CCDCA-FF00-71B2-1E5D-87FD069BE789}"/>
              </a:ext>
            </a:extLst>
          </p:cNvPr>
          <p:cNvSpPr txBox="1"/>
          <p:nvPr/>
        </p:nvSpPr>
        <p:spPr>
          <a:xfrm>
            <a:off x="6836561" y="4337634"/>
            <a:ext cx="2380488" cy="483081"/>
          </a:xfrm>
          <a:prstGeom prst="rect">
            <a:avLst/>
          </a:prstGeom>
          <a:noFill/>
        </p:spPr>
        <p:txBody>
          <a:bodyPr wrap="square" rtlCol="0">
            <a:spAutoFit/>
          </a:bodyPr>
          <a:lstStyle/>
          <a:p>
            <a:pPr>
              <a:lnSpc>
                <a:spcPct val="110000"/>
              </a:lnSpc>
              <a:spcBef>
                <a:spcPts val="900"/>
              </a:spcBef>
            </a:pPr>
            <a:r>
              <a:rPr lang="en-US" sz="1200"/>
              <a:t>“Create the content for </a:t>
            </a:r>
            <a:r>
              <a:rPr lang="en-US" sz="1200" err="1"/>
              <a:t>sms</a:t>
            </a:r>
            <a:r>
              <a:rPr lang="en-US" sz="1200"/>
              <a:t>, push and email channel.”</a:t>
            </a:r>
          </a:p>
        </p:txBody>
      </p:sp>
      <p:cxnSp>
        <p:nvCxnSpPr>
          <p:cNvPr id="26" name="Straight Arrow Connector 25">
            <a:extLst>
              <a:ext uri="{FF2B5EF4-FFF2-40B4-BE49-F238E27FC236}">
                <a16:creationId xmlns:a16="http://schemas.microsoft.com/office/drawing/2014/main" id="{54193F57-A25F-AE8C-597C-88BED6223CC1}"/>
              </a:ext>
            </a:extLst>
          </p:cNvPr>
          <p:cNvCxnSpPr>
            <a:cxnSpLocks/>
          </p:cNvCxnSpPr>
          <p:nvPr/>
        </p:nvCxnSpPr>
        <p:spPr>
          <a:xfrm>
            <a:off x="7676980" y="3489063"/>
            <a:ext cx="0" cy="2249424"/>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BF950930-4279-E620-272D-78605249CE9C}"/>
              </a:ext>
            </a:extLst>
          </p:cNvPr>
          <p:cNvSpPr/>
          <p:nvPr/>
        </p:nvSpPr>
        <p:spPr>
          <a:xfrm>
            <a:off x="6611392" y="4211338"/>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4</a:t>
            </a:r>
          </a:p>
        </p:txBody>
      </p:sp>
      <p:sp>
        <p:nvSpPr>
          <p:cNvPr id="32" name="Rounded Rectangle 31">
            <a:extLst>
              <a:ext uri="{FF2B5EF4-FFF2-40B4-BE49-F238E27FC236}">
                <a16:creationId xmlns:a16="http://schemas.microsoft.com/office/drawing/2014/main" id="{E7ADAE09-0559-E10A-E58F-167EFECB9873}"/>
              </a:ext>
            </a:extLst>
          </p:cNvPr>
          <p:cNvSpPr/>
          <p:nvPr/>
        </p:nvSpPr>
        <p:spPr>
          <a:xfrm>
            <a:off x="9008981" y="5742840"/>
            <a:ext cx="1794169" cy="581466"/>
          </a:xfrm>
          <a:prstGeom prst="roundRect">
            <a:avLst/>
          </a:prstGeom>
          <a:ln w="19050"/>
        </p:spPr>
        <p:style>
          <a:lnRef idx="2">
            <a:schemeClr val="dk1"/>
          </a:lnRef>
          <a:fillRef idx="1">
            <a:schemeClr val="lt1"/>
          </a:fillRef>
          <a:effectRef idx="0">
            <a:schemeClr val="dk1"/>
          </a:effectRef>
          <a:fontRef idx="minor">
            <a:schemeClr val="dk1"/>
          </a:fontRef>
        </p:style>
        <p:txBody>
          <a:bodyPr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00000"/>
                </a:solidFill>
                <a:effectLst/>
                <a:uLnTx/>
                <a:uFillTx/>
                <a:latin typeface="Adobe Clean"/>
                <a:ea typeface="+mn-ea"/>
                <a:cs typeface="+mn-cs"/>
              </a:rPr>
              <a:t>Personalization Agent</a:t>
            </a:r>
          </a:p>
        </p:txBody>
      </p:sp>
      <p:sp>
        <p:nvSpPr>
          <p:cNvPr id="33" name="TextBox 32">
            <a:extLst>
              <a:ext uri="{FF2B5EF4-FFF2-40B4-BE49-F238E27FC236}">
                <a16:creationId xmlns:a16="http://schemas.microsoft.com/office/drawing/2014/main" id="{B67F24D9-778C-8933-E8A2-121BD608E4C7}"/>
              </a:ext>
            </a:extLst>
          </p:cNvPr>
          <p:cNvSpPr txBox="1"/>
          <p:nvPr/>
        </p:nvSpPr>
        <p:spPr>
          <a:xfrm>
            <a:off x="9021659" y="4337634"/>
            <a:ext cx="2380488" cy="483081"/>
          </a:xfrm>
          <a:prstGeom prst="rect">
            <a:avLst/>
          </a:prstGeom>
          <a:noFill/>
        </p:spPr>
        <p:txBody>
          <a:bodyPr wrap="square" rtlCol="0">
            <a:spAutoFit/>
          </a:bodyPr>
          <a:lstStyle/>
          <a:p>
            <a:pPr>
              <a:lnSpc>
                <a:spcPct val="110000"/>
              </a:lnSpc>
              <a:spcBef>
                <a:spcPts val="900"/>
              </a:spcBef>
            </a:pPr>
            <a:r>
              <a:rPr lang="en-US" sz="1200"/>
              <a:t>“Personalize the content based on Profile attributes</a:t>
            </a:r>
          </a:p>
        </p:txBody>
      </p:sp>
      <p:cxnSp>
        <p:nvCxnSpPr>
          <p:cNvPr id="34" name="Straight Arrow Connector 33">
            <a:extLst>
              <a:ext uri="{FF2B5EF4-FFF2-40B4-BE49-F238E27FC236}">
                <a16:creationId xmlns:a16="http://schemas.microsoft.com/office/drawing/2014/main" id="{35DDE3EE-5976-4AB9-733F-87F42A795BED}"/>
              </a:ext>
            </a:extLst>
          </p:cNvPr>
          <p:cNvCxnSpPr>
            <a:cxnSpLocks/>
          </p:cNvCxnSpPr>
          <p:nvPr/>
        </p:nvCxnSpPr>
        <p:spPr>
          <a:xfrm>
            <a:off x="9862078" y="3489063"/>
            <a:ext cx="0" cy="2249424"/>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1370A78-5E97-7689-B966-27854FE41CD1}"/>
              </a:ext>
            </a:extLst>
          </p:cNvPr>
          <p:cNvSpPr/>
          <p:nvPr/>
        </p:nvSpPr>
        <p:spPr>
          <a:xfrm>
            <a:off x="8993177" y="4161896"/>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6</a:t>
            </a:r>
          </a:p>
        </p:txBody>
      </p:sp>
    </p:spTree>
    <p:extLst>
      <p:ext uri="{BB962C8B-B14F-4D97-AF65-F5344CB8AC3E}">
        <p14:creationId xmlns:p14="http://schemas.microsoft.com/office/powerpoint/2010/main" val="4234454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55E3-A1B8-FB68-FAE0-66CD661D253E}"/>
              </a:ext>
            </a:extLst>
          </p:cNvPr>
          <p:cNvSpPr>
            <a:spLocks noGrp="1"/>
          </p:cNvSpPr>
          <p:nvPr>
            <p:ph type="title"/>
          </p:nvPr>
        </p:nvSpPr>
        <p:spPr/>
        <p:txBody>
          <a:bodyPr/>
          <a:lstStyle/>
          <a:p>
            <a:r>
              <a:rPr lang="en-US" dirty="0"/>
              <a:t>Audience Creation Example</a:t>
            </a:r>
          </a:p>
        </p:txBody>
      </p:sp>
      <p:sp>
        <p:nvSpPr>
          <p:cNvPr id="6" name="Double Brace 5">
            <a:extLst>
              <a:ext uri="{FF2B5EF4-FFF2-40B4-BE49-F238E27FC236}">
                <a16:creationId xmlns:a16="http://schemas.microsoft.com/office/drawing/2014/main" id="{888B8FA9-EEF8-BB28-F393-D88504E98895}"/>
              </a:ext>
            </a:extLst>
          </p:cNvPr>
          <p:cNvSpPr/>
          <p:nvPr/>
        </p:nvSpPr>
        <p:spPr>
          <a:xfrm>
            <a:off x="2442633" y="1642533"/>
            <a:ext cx="7306734" cy="2921000"/>
          </a:xfrm>
          <a:prstGeom prst="bracePair">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r>
              <a:rPr lang="en-US" i="1"/>
              <a:t>“I want to create a new audience for customers in California </a:t>
            </a:r>
            <a:endParaRPr lang="en-US"/>
          </a:p>
          <a:p>
            <a:pPr algn="ctr"/>
            <a:r>
              <a:rPr lang="en-US" i="1"/>
              <a:t>between age 18 - 39 with minimum account balance of $1000 </a:t>
            </a:r>
            <a:endParaRPr lang="en-US"/>
          </a:p>
          <a:p>
            <a:pPr algn="ctr"/>
            <a:r>
              <a:rPr lang="en-US" i="1"/>
              <a:t>and who have more than 2 deposits in last month.”</a:t>
            </a:r>
            <a:endParaRPr lang="en-US"/>
          </a:p>
        </p:txBody>
      </p:sp>
    </p:spTree>
    <p:extLst>
      <p:ext uri="{BB962C8B-B14F-4D97-AF65-F5344CB8AC3E}">
        <p14:creationId xmlns:p14="http://schemas.microsoft.com/office/powerpoint/2010/main" val="2364384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35092-4ADF-BF2B-7CDF-87A704F0626F}"/>
            </a:ext>
          </a:extLst>
        </p:cNvPr>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6ADAD4D8-12FF-6743-1CF1-1F3795A077A9}"/>
              </a:ext>
            </a:extLst>
          </p:cNvPr>
          <p:cNvCxnSpPr>
            <a:cxnSpLocks/>
          </p:cNvCxnSpPr>
          <p:nvPr/>
        </p:nvCxnSpPr>
        <p:spPr>
          <a:xfrm flipV="1">
            <a:off x="11099250" y="1387169"/>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89CEE71-B3B3-8277-2023-27F0B3B043BB}"/>
              </a:ext>
            </a:extLst>
          </p:cNvPr>
          <p:cNvCxnSpPr>
            <a:cxnSpLocks/>
          </p:cNvCxnSpPr>
          <p:nvPr/>
        </p:nvCxnSpPr>
        <p:spPr>
          <a:xfrm flipH="1">
            <a:off x="9358406" y="3421958"/>
            <a:ext cx="20663" cy="2079026"/>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7FE0B72-4ECE-AB54-0724-0A867969ECA8}"/>
              </a:ext>
            </a:extLst>
          </p:cNvPr>
          <p:cNvCxnSpPr>
            <a:cxnSpLocks/>
          </p:cNvCxnSpPr>
          <p:nvPr/>
        </p:nvCxnSpPr>
        <p:spPr>
          <a:xfrm flipV="1">
            <a:off x="8890555" y="1381648"/>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9D44AEC-1F1B-AE72-53FC-1C0C7617FDE3}"/>
              </a:ext>
            </a:extLst>
          </p:cNvPr>
          <p:cNvCxnSpPr>
            <a:cxnSpLocks/>
          </p:cNvCxnSpPr>
          <p:nvPr/>
        </p:nvCxnSpPr>
        <p:spPr>
          <a:xfrm flipH="1">
            <a:off x="7690841" y="3427480"/>
            <a:ext cx="20663" cy="2079026"/>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221E872-CAC1-4E57-C11F-28487B678937}"/>
              </a:ext>
            </a:extLst>
          </p:cNvPr>
          <p:cNvSpPr>
            <a:spLocks noGrp="1"/>
          </p:cNvSpPr>
          <p:nvPr>
            <p:ph type="title"/>
          </p:nvPr>
        </p:nvSpPr>
        <p:spPr/>
        <p:txBody>
          <a:bodyPr/>
          <a:lstStyle/>
          <a:p>
            <a:r>
              <a:rPr lang="en-US" dirty="0"/>
              <a:t>Audience Creation </a:t>
            </a:r>
            <a:br>
              <a:rPr lang="en-US" dirty="0"/>
            </a:br>
            <a:r>
              <a:rPr lang="en-US" dirty="0"/>
              <a:t>Example</a:t>
            </a:r>
          </a:p>
        </p:txBody>
      </p:sp>
      <p:pic>
        <p:nvPicPr>
          <p:cNvPr id="17" name="Graphic 16" descr="team icon">
            <a:extLst>
              <a:ext uri="{FF2B5EF4-FFF2-40B4-BE49-F238E27FC236}">
                <a16:creationId xmlns:a16="http://schemas.microsoft.com/office/drawing/2014/main" id="{8D24EB36-AF93-53FE-F5B4-ABECF45728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15957" y="699375"/>
            <a:ext cx="441183" cy="441183"/>
          </a:xfrm>
          <a:prstGeom prst="rect">
            <a:avLst/>
          </a:prstGeom>
        </p:spPr>
      </p:pic>
      <p:sp>
        <p:nvSpPr>
          <p:cNvPr id="25" name="Rounded Rectangle 24">
            <a:extLst>
              <a:ext uri="{FF2B5EF4-FFF2-40B4-BE49-F238E27FC236}">
                <a16:creationId xmlns:a16="http://schemas.microsoft.com/office/drawing/2014/main" id="{7EBF8828-6549-5071-61EC-13C4B5985B17}"/>
              </a:ext>
            </a:extLst>
          </p:cNvPr>
          <p:cNvSpPr/>
          <p:nvPr/>
        </p:nvSpPr>
        <p:spPr>
          <a:xfrm>
            <a:off x="5029542" y="5738240"/>
            <a:ext cx="6636733" cy="548337"/>
          </a:xfrm>
          <a:prstGeom prst="roundRect">
            <a:avLst/>
          </a:prstGeom>
          <a:ln w="19050"/>
        </p:spPr>
        <p:style>
          <a:lnRef idx="2">
            <a:schemeClr val="dk1"/>
          </a:lnRef>
          <a:fillRef idx="1">
            <a:schemeClr val="lt1"/>
          </a:fillRef>
          <a:effectRef idx="0">
            <a:schemeClr val="dk1"/>
          </a:effectRef>
          <a:fontRef idx="minor">
            <a:schemeClr val="dk1"/>
          </a:fontRef>
        </p:style>
        <p:txBody>
          <a:bodyPr lIns="91440" tIns="45720" rIns="91440" bIns="0" rtlCol="0" anchor="ctr"/>
          <a:lstStyle/>
          <a:p>
            <a:pPr algn="ctr">
              <a:defRPr/>
            </a:pPr>
            <a:r>
              <a:rPr lang="en-US" sz="1600">
                <a:solidFill>
                  <a:srgbClr val="000000"/>
                </a:solidFill>
                <a:latin typeface="Adobe Clean"/>
              </a:rPr>
              <a:t>Knowledge Based Audience Agent</a:t>
            </a:r>
            <a:endParaRPr kumimoji="0" lang="en-US" sz="1600" i="0" u="none" strike="noStrike" kern="1200" cap="none" spc="0" normalizeH="0" baseline="0" noProof="0">
              <a:ln>
                <a:noFill/>
              </a:ln>
              <a:solidFill>
                <a:srgbClr val="000000"/>
              </a:solidFill>
              <a:effectLst/>
              <a:uLnTx/>
              <a:uFillTx/>
              <a:latin typeface="Adobe Clean"/>
              <a:ea typeface="+mn-ea"/>
              <a:cs typeface="+mn-cs"/>
            </a:endParaRPr>
          </a:p>
        </p:txBody>
      </p:sp>
      <p:sp>
        <p:nvSpPr>
          <p:cNvPr id="49" name="Rounded Rectangle 48">
            <a:extLst>
              <a:ext uri="{FF2B5EF4-FFF2-40B4-BE49-F238E27FC236}">
                <a16:creationId xmlns:a16="http://schemas.microsoft.com/office/drawing/2014/main" id="{834B207E-4B28-A987-E0AA-8C782C8BF1B3}"/>
              </a:ext>
            </a:extLst>
          </p:cNvPr>
          <p:cNvSpPr/>
          <p:nvPr/>
        </p:nvSpPr>
        <p:spPr>
          <a:xfrm>
            <a:off x="1415584" y="5826766"/>
            <a:ext cx="1794169" cy="581466"/>
          </a:xfrm>
          <a:prstGeom prst="roundRect">
            <a:avLst/>
          </a:prstGeom>
          <a:ln w="19050"/>
        </p:spPr>
        <p:style>
          <a:lnRef idx="2">
            <a:schemeClr val="dk1"/>
          </a:lnRef>
          <a:fillRef idx="1">
            <a:schemeClr val="lt1"/>
          </a:fillRef>
          <a:effectRef idx="0">
            <a:schemeClr val="dk1"/>
          </a:effectRef>
          <a:fontRef idx="minor">
            <a:schemeClr val="dk1"/>
          </a:fontRef>
        </p:style>
        <p:txBody>
          <a:bodyPr lIns="91440" tIns="45720" rIns="91440" bIns="0" rtlCol="0" anchor="ctr"/>
          <a:lstStyle/>
          <a:p>
            <a:pPr algn="ctr">
              <a:defRPr/>
            </a:pPr>
            <a:r>
              <a:rPr lang="en-US" sz="1600">
                <a:solidFill>
                  <a:srgbClr val="000000"/>
                </a:solidFill>
                <a:latin typeface="Adobe Clean"/>
              </a:rPr>
              <a:t>Field </a:t>
            </a:r>
            <a:endParaRPr lang="en-US"/>
          </a:p>
          <a:p>
            <a:pPr algn="ctr">
              <a:defRPr/>
            </a:pPr>
            <a:r>
              <a:rPr lang="en-US" sz="1600">
                <a:solidFill>
                  <a:srgbClr val="000000"/>
                </a:solidFill>
                <a:latin typeface="Adobe Clean"/>
              </a:rPr>
              <a:t>Discovery Agent</a:t>
            </a:r>
            <a:r>
              <a:rPr kumimoji="0" lang="en-US" sz="1600" i="0" u="none" strike="noStrike" kern="1200" cap="none" spc="0" normalizeH="0" baseline="0" noProof="0">
                <a:ln>
                  <a:noFill/>
                </a:ln>
                <a:solidFill>
                  <a:srgbClr val="000000"/>
                </a:solidFill>
                <a:effectLst/>
                <a:uLnTx/>
                <a:uFillTx/>
                <a:latin typeface="Adobe Clean"/>
                <a:ea typeface="+mn-ea"/>
                <a:cs typeface="+mn-cs"/>
              </a:rPr>
              <a:t>                </a:t>
            </a:r>
            <a:endParaRPr lang="en-US">
              <a:ea typeface="+mn-ea"/>
              <a:cs typeface="+mn-cs"/>
            </a:endParaRPr>
          </a:p>
        </p:txBody>
      </p:sp>
      <p:sp>
        <p:nvSpPr>
          <p:cNvPr id="50" name="TextBox 49">
            <a:extLst>
              <a:ext uri="{FF2B5EF4-FFF2-40B4-BE49-F238E27FC236}">
                <a16:creationId xmlns:a16="http://schemas.microsoft.com/office/drawing/2014/main" id="{01A79D18-8E4A-9850-3363-1A33644A1F8A}"/>
              </a:ext>
            </a:extLst>
          </p:cNvPr>
          <p:cNvSpPr txBox="1"/>
          <p:nvPr/>
        </p:nvSpPr>
        <p:spPr>
          <a:xfrm>
            <a:off x="813196" y="4057380"/>
            <a:ext cx="2898648" cy="1200329"/>
          </a:xfrm>
          <a:prstGeom prst="rect">
            <a:avLst/>
          </a:prstGeom>
          <a:noFill/>
        </p:spPr>
        <p:txBody>
          <a:bodyPr wrap="square" lIns="91440" tIns="45720" rIns="91440" bIns="45720" rtlCol="0" anchor="t">
            <a:spAutoFit/>
          </a:bodyPr>
          <a:lstStyle/>
          <a:p>
            <a:pPr algn="ctr"/>
            <a:r>
              <a:rPr lang="en-US" sz="1200" i="1">
                <a:ea typeface="+mn-lt"/>
                <a:cs typeface="+mn-lt"/>
              </a:rPr>
              <a:t>Find fields needed to create a new audience for customers in California between age 18 - 39 with minimum account balance of $1000 </a:t>
            </a:r>
            <a:endParaRPr lang="en-US" sz="1200">
              <a:ea typeface="+mn-lt"/>
              <a:cs typeface="+mn-lt"/>
            </a:endParaRPr>
          </a:p>
          <a:p>
            <a:pPr algn="ctr"/>
            <a:r>
              <a:rPr lang="en-US" sz="1200" i="1">
                <a:ea typeface="+mn-lt"/>
                <a:cs typeface="+mn-lt"/>
              </a:rPr>
              <a:t>and who have more than 2 deposits in last month.”</a:t>
            </a:r>
            <a:endParaRPr lang="en-US"/>
          </a:p>
        </p:txBody>
      </p:sp>
      <p:sp>
        <p:nvSpPr>
          <p:cNvPr id="51" name="TextBox 50">
            <a:extLst>
              <a:ext uri="{FF2B5EF4-FFF2-40B4-BE49-F238E27FC236}">
                <a16:creationId xmlns:a16="http://schemas.microsoft.com/office/drawing/2014/main" id="{6904A334-6328-07DD-06F2-F0F300814EA5}"/>
              </a:ext>
            </a:extLst>
          </p:cNvPr>
          <p:cNvSpPr txBox="1"/>
          <p:nvPr/>
        </p:nvSpPr>
        <p:spPr>
          <a:xfrm>
            <a:off x="1844737" y="1626424"/>
            <a:ext cx="2746089" cy="1097865"/>
          </a:xfrm>
          <a:prstGeom prst="rect">
            <a:avLst/>
          </a:prstGeom>
          <a:noFill/>
        </p:spPr>
        <p:txBody>
          <a:bodyPr wrap="square" lIns="91440" tIns="45720" rIns="91440" bIns="45720" rtlCol="0" anchor="t">
            <a:spAutoFit/>
          </a:bodyPr>
          <a:lstStyle/>
          <a:p>
            <a:pPr>
              <a:lnSpc>
                <a:spcPct val="110000"/>
              </a:lnSpc>
              <a:spcBef>
                <a:spcPts val="900"/>
              </a:spcBef>
            </a:pPr>
            <a:r>
              <a:rPr lang="en-US" sz="1200"/>
              <a:t>"We found the following relevant fields for creating an audience definition. Are these correct" Data: &lt;LIST OF RELEVANT FIELDS&gt;.  Would you like to create an audience? </a:t>
            </a:r>
          </a:p>
        </p:txBody>
      </p:sp>
      <p:sp>
        <p:nvSpPr>
          <p:cNvPr id="52" name="TextBox 51">
            <a:extLst>
              <a:ext uri="{FF2B5EF4-FFF2-40B4-BE49-F238E27FC236}">
                <a16:creationId xmlns:a16="http://schemas.microsoft.com/office/drawing/2014/main" id="{C0FF9AB2-C604-5FBC-E6EA-7D0B194F8C8C}"/>
              </a:ext>
            </a:extLst>
          </p:cNvPr>
          <p:cNvSpPr txBox="1"/>
          <p:nvPr/>
        </p:nvSpPr>
        <p:spPr>
          <a:xfrm>
            <a:off x="4484525" y="3919335"/>
            <a:ext cx="2612399" cy="1373953"/>
          </a:xfrm>
          <a:prstGeom prst="rect">
            <a:avLst/>
          </a:prstGeom>
          <a:noFill/>
        </p:spPr>
        <p:txBody>
          <a:bodyPr wrap="square" lIns="91440" tIns="45720" rIns="91440" bIns="45720" rtlCol="0" anchor="t">
            <a:spAutoFit/>
          </a:bodyPr>
          <a:lstStyle/>
          <a:p>
            <a:r>
              <a:rPr lang="en-US" sz="1200"/>
              <a:t>Using the following fields, “</a:t>
            </a:r>
            <a:r>
              <a:rPr lang="en-US" sz="1200">
                <a:ea typeface="+mn-lt"/>
                <a:cs typeface="+mn-lt"/>
              </a:rPr>
              <a:t>C</a:t>
            </a:r>
            <a:r>
              <a:rPr lang="en-US" sz="1200" i="1">
                <a:ea typeface="+mn-lt"/>
                <a:cs typeface="+mn-lt"/>
              </a:rPr>
              <a:t>reate a new audience for customers in California between age 18 - 39 with minimum account balance of $1000 </a:t>
            </a:r>
            <a:endParaRPr lang="en-US" sz="1200">
              <a:ea typeface="+mn-lt"/>
              <a:cs typeface="+mn-lt"/>
            </a:endParaRPr>
          </a:p>
          <a:p>
            <a:r>
              <a:rPr lang="en-US" sz="1200" i="1">
                <a:ea typeface="+mn-lt"/>
                <a:cs typeface="+mn-lt"/>
              </a:rPr>
              <a:t>and who have more than 2 deposits in last month.</a:t>
            </a:r>
            <a:r>
              <a:rPr lang="en-US" sz="1200"/>
              <a:t>” </a:t>
            </a:r>
            <a:br>
              <a:rPr lang="en-US" sz="1200"/>
            </a:br>
            <a:r>
              <a:rPr lang="en-US" sz="1200"/>
              <a:t>Data: &lt;LIST OF RELEVANT FIELDS&gt;</a:t>
            </a:r>
            <a:endParaRPr lang="en-US"/>
          </a:p>
        </p:txBody>
      </p:sp>
      <p:sp>
        <p:nvSpPr>
          <p:cNvPr id="53" name="TextBox 52">
            <a:extLst>
              <a:ext uri="{FF2B5EF4-FFF2-40B4-BE49-F238E27FC236}">
                <a16:creationId xmlns:a16="http://schemas.microsoft.com/office/drawing/2014/main" id="{5749EDAA-F86C-69F8-75E1-B4E7498EDE4F}"/>
              </a:ext>
            </a:extLst>
          </p:cNvPr>
          <p:cNvSpPr txBox="1"/>
          <p:nvPr/>
        </p:nvSpPr>
        <p:spPr>
          <a:xfrm>
            <a:off x="5657140" y="747685"/>
            <a:ext cx="603050" cy="373757"/>
          </a:xfrm>
          <a:prstGeom prst="rect">
            <a:avLst/>
          </a:prstGeom>
          <a:noFill/>
        </p:spPr>
        <p:txBody>
          <a:bodyPr wrap="none" rtlCol="0">
            <a:spAutoFit/>
          </a:bodyPr>
          <a:lstStyle/>
          <a:p>
            <a:pPr algn="l">
              <a:lnSpc>
                <a:spcPct val="110000"/>
              </a:lnSpc>
              <a:spcBef>
                <a:spcPts val="900"/>
              </a:spcBef>
            </a:pPr>
            <a:r>
              <a:rPr lang="en-US"/>
              <a:t>User</a:t>
            </a:r>
          </a:p>
        </p:txBody>
      </p:sp>
      <p:sp>
        <p:nvSpPr>
          <p:cNvPr id="54" name="TextBox 53">
            <a:extLst>
              <a:ext uri="{FF2B5EF4-FFF2-40B4-BE49-F238E27FC236}">
                <a16:creationId xmlns:a16="http://schemas.microsoft.com/office/drawing/2014/main" id="{3CC6CE8B-29A0-9B44-F06B-E871E4C028E4}"/>
              </a:ext>
            </a:extLst>
          </p:cNvPr>
          <p:cNvSpPr txBox="1"/>
          <p:nvPr/>
        </p:nvSpPr>
        <p:spPr>
          <a:xfrm>
            <a:off x="5360147" y="1825207"/>
            <a:ext cx="2060447" cy="691600"/>
          </a:xfrm>
          <a:prstGeom prst="rect">
            <a:avLst/>
          </a:prstGeom>
          <a:noFill/>
        </p:spPr>
        <p:txBody>
          <a:bodyPr wrap="square" lIns="91440" tIns="45720" rIns="91440" bIns="45720" rtlCol="0" anchor="t">
            <a:spAutoFit/>
          </a:bodyPr>
          <a:lstStyle/>
          <a:p>
            <a:pPr>
              <a:lnSpc>
                <a:spcPct val="110000"/>
              </a:lnSpc>
              <a:spcBef>
                <a:spcPts val="900"/>
              </a:spcBef>
            </a:pPr>
            <a:r>
              <a:rPr lang="en-US" sz="1200"/>
              <a:t>"We are able to create an audience.  Would you like to estimate its size? </a:t>
            </a:r>
          </a:p>
        </p:txBody>
      </p:sp>
      <p:cxnSp>
        <p:nvCxnSpPr>
          <p:cNvPr id="58" name="Straight Arrow Connector 57">
            <a:extLst>
              <a:ext uri="{FF2B5EF4-FFF2-40B4-BE49-F238E27FC236}">
                <a16:creationId xmlns:a16="http://schemas.microsoft.com/office/drawing/2014/main" id="{BA318044-A64F-FE53-7A6D-867AF9CBDDE0}"/>
              </a:ext>
            </a:extLst>
          </p:cNvPr>
          <p:cNvCxnSpPr>
            <a:cxnSpLocks/>
          </p:cNvCxnSpPr>
          <p:nvPr/>
        </p:nvCxnSpPr>
        <p:spPr>
          <a:xfrm flipH="1">
            <a:off x="5388276" y="3427480"/>
            <a:ext cx="20663" cy="2079026"/>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D25C9A92-4DA0-59F9-D9D2-814F2D2C513C}"/>
              </a:ext>
            </a:extLst>
          </p:cNvPr>
          <p:cNvSpPr/>
          <p:nvPr/>
        </p:nvSpPr>
        <p:spPr>
          <a:xfrm>
            <a:off x="2427134" y="3726779"/>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p>
        </p:txBody>
      </p:sp>
      <p:cxnSp>
        <p:nvCxnSpPr>
          <p:cNvPr id="60" name="Straight Arrow Connector 59">
            <a:extLst>
              <a:ext uri="{FF2B5EF4-FFF2-40B4-BE49-F238E27FC236}">
                <a16:creationId xmlns:a16="http://schemas.microsoft.com/office/drawing/2014/main" id="{6FCA0CF9-6532-BCD7-4B6A-5D79D616DC1F}"/>
              </a:ext>
            </a:extLst>
          </p:cNvPr>
          <p:cNvCxnSpPr>
            <a:cxnSpLocks/>
          </p:cNvCxnSpPr>
          <p:nvPr/>
        </p:nvCxnSpPr>
        <p:spPr>
          <a:xfrm flipV="1">
            <a:off x="3236975" y="1381648"/>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F4C45CA4-BD3C-9C60-3D9F-C4995F6F89DB}"/>
              </a:ext>
            </a:extLst>
          </p:cNvPr>
          <p:cNvSpPr/>
          <p:nvPr/>
        </p:nvSpPr>
        <p:spPr>
          <a:xfrm>
            <a:off x="1645013" y="1541153"/>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p>
        </p:txBody>
      </p:sp>
      <p:cxnSp>
        <p:nvCxnSpPr>
          <p:cNvPr id="65" name="Straight Arrow Connector 64">
            <a:extLst>
              <a:ext uri="{FF2B5EF4-FFF2-40B4-BE49-F238E27FC236}">
                <a16:creationId xmlns:a16="http://schemas.microsoft.com/office/drawing/2014/main" id="{910574FD-88AF-7E18-8944-53DC206737F5}"/>
              </a:ext>
            </a:extLst>
          </p:cNvPr>
          <p:cNvCxnSpPr>
            <a:cxnSpLocks/>
          </p:cNvCxnSpPr>
          <p:nvPr/>
        </p:nvCxnSpPr>
        <p:spPr>
          <a:xfrm flipV="1">
            <a:off x="6322946" y="1331952"/>
            <a:ext cx="0" cy="1828800"/>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B5979B5B-0545-FC39-94C8-FC1E0EE97F45}"/>
              </a:ext>
            </a:extLst>
          </p:cNvPr>
          <p:cNvSpPr/>
          <p:nvPr/>
        </p:nvSpPr>
        <p:spPr>
          <a:xfrm>
            <a:off x="5791197" y="1294204"/>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4</a:t>
            </a:r>
          </a:p>
        </p:txBody>
      </p:sp>
      <p:cxnSp>
        <p:nvCxnSpPr>
          <p:cNvPr id="67" name="Straight Arrow Connector 66">
            <a:extLst>
              <a:ext uri="{FF2B5EF4-FFF2-40B4-BE49-F238E27FC236}">
                <a16:creationId xmlns:a16="http://schemas.microsoft.com/office/drawing/2014/main" id="{3831A7B2-5132-61FC-BD1D-6AA39A5C4E97}"/>
              </a:ext>
            </a:extLst>
          </p:cNvPr>
          <p:cNvCxnSpPr>
            <a:cxnSpLocks/>
          </p:cNvCxnSpPr>
          <p:nvPr/>
        </p:nvCxnSpPr>
        <p:spPr>
          <a:xfrm>
            <a:off x="2239461" y="3565524"/>
            <a:ext cx="48339" cy="2183761"/>
          </a:xfrm>
          <a:prstGeom prst="straightConnector1">
            <a:avLst/>
          </a:prstGeom>
          <a:ln w="101600">
            <a:solidFill>
              <a:schemeClr val="accent6">
                <a:lumMod val="75000"/>
                <a:alpha val="19936"/>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9395E4A8-CEBC-0655-863B-6B2AF6EAEC6F}"/>
              </a:ext>
            </a:extLst>
          </p:cNvPr>
          <p:cNvSpPr/>
          <p:nvPr/>
        </p:nvSpPr>
        <p:spPr>
          <a:xfrm>
            <a:off x="4253833" y="3671562"/>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p>
        </p:txBody>
      </p:sp>
      <p:sp>
        <p:nvSpPr>
          <p:cNvPr id="20" name="Rounded Rectangle 19">
            <a:extLst>
              <a:ext uri="{FF2B5EF4-FFF2-40B4-BE49-F238E27FC236}">
                <a16:creationId xmlns:a16="http://schemas.microsoft.com/office/drawing/2014/main" id="{878B0390-005D-AE40-C19E-CFA4A75B3255}"/>
              </a:ext>
            </a:extLst>
          </p:cNvPr>
          <p:cNvSpPr/>
          <p:nvPr/>
        </p:nvSpPr>
        <p:spPr>
          <a:xfrm>
            <a:off x="899393" y="2926271"/>
            <a:ext cx="11005729" cy="606966"/>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dobe Clean"/>
                <a:ea typeface="+mn-ea"/>
                <a:cs typeface="+mn-cs"/>
              </a:rPr>
              <a:t>Agent Orchestrator</a:t>
            </a:r>
          </a:p>
        </p:txBody>
      </p:sp>
      <p:sp>
        <p:nvSpPr>
          <p:cNvPr id="7" name="TextBox 6">
            <a:extLst>
              <a:ext uri="{FF2B5EF4-FFF2-40B4-BE49-F238E27FC236}">
                <a16:creationId xmlns:a16="http://schemas.microsoft.com/office/drawing/2014/main" id="{B270E844-A87A-559F-6082-DD64CC49D048}"/>
              </a:ext>
            </a:extLst>
          </p:cNvPr>
          <p:cNvSpPr txBox="1"/>
          <p:nvPr/>
        </p:nvSpPr>
        <p:spPr>
          <a:xfrm>
            <a:off x="7889102" y="1825207"/>
            <a:ext cx="2060447" cy="691600"/>
          </a:xfrm>
          <a:prstGeom prst="rect">
            <a:avLst/>
          </a:prstGeom>
          <a:noFill/>
        </p:spPr>
        <p:txBody>
          <a:bodyPr wrap="square" lIns="91440" tIns="45720" rIns="91440" bIns="45720" rtlCol="0" anchor="t">
            <a:spAutoFit/>
          </a:bodyPr>
          <a:lstStyle/>
          <a:p>
            <a:pPr>
              <a:lnSpc>
                <a:spcPct val="110000"/>
              </a:lnSpc>
              <a:spcBef>
                <a:spcPts val="900"/>
              </a:spcBef>
            </a:pPr>
            <a:r>
              <a:rPr lang="en-US" sz="1200"/>
              <a:t>"The audience has 86753 customers.  Would you like me to save the audience?  </a:t>
            </a:r>
          </a:p>
        </p:txBody>
      </p:sp>
      <p:sp>
        <p:nvSpPr>
          <p:cNvPr id="10" name="Oval 9">
            <a:extLst>
              <a:ext uri="{FF2B5EF4-FFF2-40B4-BE49-F238E27FC236}">
                <a16:creationId xmlns:a16="http://schemas.microsoft.com/office/drawing/2014/main" id="{A735D755-4503-9E94-DC5A-CDFF1D71D348}"/>
              </a:ext>
            </a:extLst>
          </p:cNvPr>
          <p:cNvSpPr/>
          <p:nvPr/>
        </p:nvSpPr>
        <p:spPr>
          <a:xfrm>
            <a:off x="7865050" y="3599779"/>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rPr>
              <a:t>5</a:t>
            </a:r>
          </a:p>
        </p:txBody>
      </p:sp>
      <p:sp>
        <p:nvSpPr>
          <p:cNvPr id="11" name="TextBox 10">
            <a:extLst>
              <a:ext uri="{FF2B5EF4-FFF2-40B4-BE49-F238E27FC236}">
                <a16:creationId xmlns:a16="http://schemas.microsoft.com/office/drawing/2014/main" id="{DBDEAF05-7EA1-1B20-A1F7-1C42C43833CE}"/>
              </a:ext>
            </a:extLst>
          </p:cNvPr>
          <p:cNvSpPr txBox="1"/>
          <p:nvPr/>
        </p:nvSpPr>
        <p:spPr>
          <a:xfrm>
            <a:off x="7309321" y="3973163"/>
            <a:ext cx="1055490" cy="488467"/>
          </a:xfrm>
          <a:prstGeom prst="rect">
            <a:avLst/>
          </a:prstGeom>
          <a:noFill/>
        </p:spPr>
        <p:txBody>
          <a:bodyPr wrap="square" lIns="91440" tIns="45720" rIns="91440" bIns="45720" rtlCol="0" anchor="t">
            <a:spAutoFit/>
          </a:bodyPr>
          <a:lstStyle/>
          <a:p>
            <a:pPr>
              <a:lnSpc>
                <a:spcPct val="110000"/>
              </a:lnSpc>
              <a:spcBef>
                <a:spcPts val="900"/>
              </a:spcBef>
            </a:pPr>
            <a:r>
              <a:rPr lang="en-US" sz="1200"/>
              <a:t>"Estimate size for audience. </a:t>
            </a:r>
          </a:p>
        </p:txBody>
      </p:sp>
      <p:sp>
        <p:nvSpPr>
          <p:cNvPr id="12" name="Oval 11">
            <a:extLst>
              <a:ext uri="{FF2B5EF4-FFF2-40B4-BE49-F238E27FC236}">
                <a16:creationId xmlns:a16="http://schemas.microsoft.com/office/drawing/2014/main" id="{ED232B6A-7F91-A0DB-F059-A5E5CA0CEE2F}"/>
              </a:ext>
            </a:extLst>
          </p:cNvPr>
          <p:cNvSpPr/>
          <p:nvPr/>
        </p:nvSpPr>
        <p:spPr>
          <a:xfrm>
            <a:off x="8364327" y="1294204"/>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rPr>
              <a:t>6</a:t>
            </a:r>
          </a:p>
        </p:txBody>
      </p:sp>
      <p:sp>
        <p:nvSpPr>
          <p:cNvPr id="14" name="Oval 13">
            <a:extLst>
              <a:ext uri="{FF2B5EF4-FFF2-40B4-BE49-F238E27FC236}">
                <a16:creationId xmlns:a16="http://schemas.microsoft.com/office/drawing/2014/main" id="{4BF5B975-7E1A-6D0C-0CF2-EE98B052042C}"/>
              </a:ext>
            </a:extLst>
          </p:cNvPr>
          <p:cNvSpPr/>
          <p:nvPr/>
        </p:nvSpPr>
        <p:spPr>
          <a:xfrm>
            <a:off x="9543658" y="3605301"/>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rPr>
              <a:t>6</a:t>
            </a:r>
          </a:p>
        </p:txBody>
      </p:sp>
      <p:sp>
        <p:nvSpPr>
          <p:cNvPr id="15" name="TextBox 14">
            <a:extLst>
              <a:ext uri="{FF2B5EF4-FFF2-40B4-BE49-F238E27FC236}">
                <a16:creationId xmlns:a16="http://schemas.microsoft.com/office/drawing/2014/main" id="{35A84C76-1812-0184-E33E-16840DF73E97}"/>
              </a:ext>
            </a:extLst>
          </p:cNvPr>
          <p:cNvSpPr txBox="1"/>
          <p:nvPr/>
        </p:nvSpPr>
        <p:spPr>
          <a:xfrm>
            <a:off x="8976885" y="4055989"/>
            <a:ext cx="1132795" cy="488467"/>
          </a:xfrm>
          <a:prstGeom prst="rect">
            <a:avLst/>
          </a:prstGeom>
          <a:noFill/>
        </p:spPr>
        <p:txBody>
          <a:bodyPr wrap="square" lIns="91440" tIns="45720" rIns="91440" bIns="45720" rtlCol="0" anchor="t">
            <a:spAutoFit/>
          </a:bodyPr>
          <a:lstStyle/>
          <a:p>
            <a:pPr>
              <a:lnSpc>
                <a:spcPct val="110000"/>
              </a:lnSpc>
              <a:spcBef>
                <a:spcPts val="900"/>
              </a:spcBef>
            </a:pPr>
            <a:r>
              <a:rPr lang="en-US" sz="1200"/>
              <a:t>Save audience... </a:t>
            </a:r>
          </a:p>
        </p:txBody>
      </p:sp>
      <p:sp>
        <p:nvSpPr>
          <p:cNvPr id="23" name="TextBox 22">
            <a:extLst>
              <a:ext uri="{FF2B5EF4-FFF2-40B4-BE49-F238E27FC236}">
                <a16:creationId xmlns:a16="http://schemas.microsoft.com/office/drawing/2014/main" id="{D68C0C47-4DD1-7047-C811-5AC69E5D7240}"/>
              </a:ext>
            </a:extLst>
          </p:cNvPr>
          <p:cNvSpPr txBox="1"/>
          <p:nvPr/>
        </p:nvSpPr>
        <p:spPr>
          <a:xfrm>
            <a:off x="10097797" y="1830728"/>
            <a:ext cx="2060447" cy="691600"/>
          </a:xfrm>
          <a:prstGeom prst="rect">
            <a:avLst/>
          </a:prstGeom>
          <a:noFill/>
        </p:spPr>
        <p:txBody>
          <a:bodyPr wrap="square" lIns="91440" tIns="45720" rIns="91440" bIns="45720" rtlCol="0" anchor="t">
            <a:spAutoFit/>
          </a:bodyPr>
          <a:lstStyle/>
          <a:p>
            <a:pPr>
              <a:lnSpc>
                <a:spcPct val="110000"/>
              </a:lnSpc>
              <a:spcBef>
                <a:spcPts val="900"/>
              </a:spcBef>
            </a:pPr>
            <a:r>
              <a:rPr lang="en-US" sz="1200"/>
              <a:t>"See your newly saved audience </a:t>
            </a:r>
            <a:r>
              <a:rPr lang="en-US" sz="1200">
                <a:solidFill>
                  <a:schemeClr val="accent2"/>
                </a:solidFill>
              </a:rPr>
              <a:t>http://link-to-audience" </a:t>
            </a:r>
            <a:r>
              <a:rPr lang="en-US" sz="1200"/>
              <a:t> </a:t>
            </a:r>
          </a:p>
        </p:txBody>
      </p:sp>
      <p:sp>
        <p:nvSpPr>
          <p:cNvPr id="24" name="Oval 23">
            <a:extLst>
              <a:ext uri="{FF2B5EF4-FFF2-40B4-BE49-F238E27FC236}">
                <a16:creationId xmlns:a16="http://schemas.microsoft.com/office/drawing/2014/main" id="{DBB37820-1898-A6D7-4304-EE642A177B26}"/>
              </a:ext>
            </a:extLst>
          </p:cNvPr>
          <p:cNvSpPr/>
          <p:nvPr/>
        </p:nvSpPr>
        <p:spPr>
          <a:xfrm>
            <a:off x="10573022" y="1299725"/>
            <a:ext cx="246888" cy="2468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rPr>
              <a:t>7</a:t>
            </a:r>
          </a:p>
        </p:txBody>
      </p:sp>
    </p:spTree>
    <p:extLst>
      <p:ext uri="{BB962C8B-B14F-4D97-AF65-F5344CB8AC3E}">
        <p14:creationId xmlns:p14="http://schemas.microsoft.com/office/powerpoint/2010/main" val="1358055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3459-A560-00C7-FE10-D66A9D19B98A}"/>
              </a:ext>
            </a:extLst>
          </p:cNvPr>
          <p:cNvSpPr>
            <a:spLocks noGrp="1"/>
          </p:cNvSpPr>
          <p:nvPr>
            <p:ph type="title"/>
          </p:nvPr>
        </p:nvSpPr>
        <p:spPr>
          <a:xfrm>
            <a:off x="609600" y="-1371600"/>
            <a:ext cx="10972800" cy="946389"/>
          </a:xfrm>
        </p:spPr>
        <p:txBody>
          <a:bodyPr/>
          <a:lstStyle/>
          <a:p>
            <a:r>
              <a:rPr lang="en-US"/>
              <a:t>Closer Slide</a:t>
            </a:r>
          </a:p>
        </p:txBody>
      </p:sp>
    </p:spTree>
    <p:extLst>
      <p:ext uri="{BB962C8B-B14F-4D97-AF65-F5344CB8AC3E}">
        <p14:creationId xmlns:p14="http://schemas.microsoft.com/office/powerpoint/2010/main" val="2626705663"/>
      </p:ext>
    </p:extLst>
  </p:cSld>
  <p:clrMapOvr>
    <a:masterClrMapping/>
  </p:clrMapOvr>
</p:sld>
</file>

<file path=ppt/theme/theme1.xml><?xml version="1.0" encoding="utf-8"?>
<a:theme xmlns:a="http://schemas.openxmlformats.org/drawingml/2006/main" name="Adobe Template 2026">
  <a:themeElements>
    <a:clrScheme name="Adobe 2024">
      <a:dk1>
        <a:srgbClr val="000000"/>
      </a:dk1>
      <a:lt1>
        <a:srgbClr val="FFFFFF"/>
      </a:lt1>
      <a:dk2>
        <a:srgbClr val="2C2C2C"/>
      </a:dk2>
      <a:lt2>
        <a:srgbClr val="F5F5F5"/>
      </a:lt2>
      <a:accent1>
        <a:srgbClr val="0AA35B"/>
      </a:accent1>
      <a:accent2>
        <a:srgbClr val="3A63F9"/>
      </a:accent2>
      <a:accent3>
        <a:srgbClr val="FF66CC"/>
      </a:accent3>
      <a:accent4>
        <a:srgbClr val="FFA311"/>
      </a:accent4>
      <a:accent5>
        <a:srgbClr val="F3C600"/>
      </a:accent5>
      <a:accent6>
        <a:srgbClr val="EB1000"/>
      </a:accent6>
      <a:hlink>
        <a:srgbClr val="5F5F5F"/>
      </a:hlink>
      <a:folHlink>
        <a:srgbClr val="919191"/>
      </a:folHlink>
    </a:clrScheme>
    <a:fontScheme name="Adobe Corporate Fonts">
      <a:majorFont>
        <a:latin typeface="Adobe Clean Display Black"/>
        <a:ea typeface=""/>
        <a:cs typeface=""/>
      </a:majorFont>
      <a:minorFont>
        <a:latin typeface="Adobe Cle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4C4C4"/>
        </a:solidFill>
        <a:ln>
          <a:noFill/>
        </a:ln>
      </a:spPr>
      <a:bodyPr rtlCol="0" anchor="ctr"/>
      <a:lstStyle>
        <a:defPPr algn="ctr">
          <a:defRPr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0000"/>
          </a:lnSpc>
          <a:spcBef>
            <a:spcPts val="9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FCA518-E110-7A4E-8C23-7E933C39BA21}">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C1E330420DBD418D5B620A8C9D53C3" ma:contentTypeVersion="4" ma:contentTypeDescription="Create a new document." ma:contentTypeScope="" ma:versionID="161ebf91384bd4ce04c6344ec46ffba0">
  <xsd:schema xmlns:xsd="http://www.w3.org/2001/XMLSchema" xmlns:xs="http://www.w3.org/2001/XMLSchema" xmlns:p="http://schemas.microsoft.com/office/2006/metadata/properties" xmlns:ns2="6b0ab358-a088-4e6e-bfec-d9b12e2052a0" targetNamespace="http://schemas.microsoft.com/office/2006/metadata/properties" ma:root="true" ma:fieldsID="b22a944ac4c21b7b41787822d4746f96" ns2:_="">
    <xsd:import namespace="6b0ab358-a088-4e6e-bfec-d9b12e2052a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0ab358-a088-4e6e-bfec-d9b12e2052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7CB1AD-E214-46C5-86F9-85C8F29FA0E6}">
  <ds:schemaRefs>
    <ds:schemaRef ds:uri="6b0ab358-a088-4e6e-bfec-d9b12e2052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3C468D7-2A62-4899-BEF3-AA07431EA73C}">
  <ds:schemaRefs>
    <ds:schemaRef ds:uri="http://schemas.microsoft.com/sharepoint/v3/contenttype/forms"/>
  </ds:schemaRefs>
</ds:datastoreItem>
</file>

<file path=customXml/itemProps3.xml><?xml version="1.0" encoding="utf-8"?>
<ds:datastoreItem xmlns:ds="http://schemas.openxmlformats.org/officeDocument/2006/customXml" ds:itemID="{36069ECC-20E0-49A9-BB05-2E7CAA2C58E1}">
  <ds:schemaRefs>
    <ds:schemaRef ds:uri="http://schemas.microsoft.com/office/2006/metadata/properties"/>
    <ds:schemaRef ds:uri="http://www.w3.org/XML/1998/namespace"/>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6b0ab358-a088-4e6e-bfec-d9b12e2052a0"/>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379</TotalTime>
  <Words>1566</Words>
  <Application>Microsoft Macintosh PowerPoint</Application>
  <PresentationFormat>Widescreen</PresentationFormat>
  <Paragraphs>287</Paragraphs>
  <Slides>27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Adobe Clean</vt:lpstr>
      <vt:lpstr>Adobe Clean Display Black</vt:lpstr>
      <vt:lpstr>Arial</vt:lpstr>
      <vt:lpstr>Calibri</vt:lpstr>
      <vt:lpstr>System Font Regular</vt:lpstr>
      <vt:lpstr>Wingdings</vt:lpstr>
      <vt:lpstr>Adobe Template 2026</vt:lpstr>
      <vt:lpstr>Agentic AI @ Adobe</vt:lpstr>
      <vt:lpstr>Agenda</vt:lpstr>
      <vt:lpstr>Claude Code</vt:lpstr>
      <vt:lpstr>What is Claude Code?</vt:lpstr>
      <vt:lpstr>Tooling evolution</vt:lpstr>
      <vt:lpstr>Context Management</vt:lpstr>
      <vt:lpstr>Model Context Protocol</vt:lpstr>
      <vt:lpstr>And of course… the prompt!</vt:lpstr>
      <vt:lpstr>Large Quote</vt:lpstr>
      <vt:lpstr>Taking prompts one step further</vt:lpstr>
      <vt:lpstr>Summing things up</vt:lpstr>
      <vt:lpstr>Claude Code in Action</vt:lpstr>
      <vt:lpstr>Agent Orchestrator</vt:lpstr>
      <vt:lpstr>What is ”Enterprise SaaS”?</vt:lpstr>
      <vt:lpstr>Today’s Enterprise SaaS Stack in Adobe</vt:lpstr>
      <vt:lpstr>Does an Agentic Application simplify user experience?</vt:lpstr>
      <vt:lpstr>Why can’t we have a single agent?</vt:lpstr>
      <vt:lpstr>The Agent Orchestrator Stack</vt:lpstr>
      <vt:lpstr>Agent Orchestrator is a dynamic orchestration engine</vt:lpstr>
      <vt:lpstr>Anatomy of Agent Orchestrator</vt:lpstr>
      <vt:lpstr>How do we plan?</vt:lpstr>
      <vt:lpstr>Plan Execution: Orchestrating multiple agents</vt:lpstr>
      <vt:lpstr>Real World Journey Example</vt:lpstr>
      <vt:lpstr>Journey Example</vt:lpstr>
      <vt:lpstr>Audience Creation Example</vt:lpstr>
      <vt:lpstr>Audience Creation  Example</vt:lpstr>
      <vt:lpstr>Closer Slide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presentation template</dc:title>
  <dc:subject/>
  <dc:creator>Adobe</dc:creator>
  <cp:keywords/>
  <dc:description/>
  <cp:lastModifiedBy>Tudor Coman</cp:lastModifiedBy>
  <cp:revision>26</cp:revision>
  <dcterms:created xsi:type="dcterms:W3CDTF">2024-01-24T22:04:21Z</dcterms:created>
  <dcterms:modified xsi:type="dcterms:W3CDTF">2026-03-30T18:56:32Z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0x0101001BC1E330420DBD418D5B620A8C9D53C3</vt:lpwstr>
  </property>
</Properties>
</file>